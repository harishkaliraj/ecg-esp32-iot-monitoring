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4.png"/><Relationship Id="rId5" Type="http://schemas.openxmlformats.org/officeDocument/2006/relationships/image" Target="../media/image4.pn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5.pn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blipFill rotWithShape="0">
          <a:blip r:embed="rId2"/>
          <a:stretch/>
        </a:blip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370520" y="1769400"/>
            <a:ext cx="9439560" cy="1828440"/>
          </a:xfrm>
          <a:prstGeom prst="rect">
            <a:avLst/>
          </a:prstGeom>
          <a:noFill/>
          <a:ln w="0">
            <a:noFill/>
          </a:ln>
          <a:effectLst>
            <a:outerShdw dist="0" dir="0" blurRad="25560" rotWithShape="0">
              <a:srgbClr val="000000">
                <a:alpha val="46000"/>
              </a:srgbClr>
            </a:outerShdw>
          </a:effectLst>
        </p:spPr>
        <p:txBody>
          <a:bodyPr lIns="91440" tIns="45720" rIns="91440" bIns="45720" anchor="b">
            <a:normAutofit/>
          </a:bodyPr>
          <a:lstStyle>
            <a:lvl1pPr indent="0" algn="ctr" defTabSz="457200">
              <a:lnSpc>
                <a:spcPct val="100000"/>
              </a:lnSpc>
              <a:buNone/>
              <a:defRPr lang="en-US" sz="5400" b="0" u="none" strike="noStrike">
                <a:solidFill>
                  <a:schemeClr val="lt2"/>
                </a:solidFill>
                <a:effectLst/>
                <a:uFillTx/>
                <a:latin typeface="Calisto MT"/>
              </a:defRPr>
            </a:lvl1pPr>
          </a:lstStyle>
          <a:p>
            <a:pPr indent="0" algn="ctr" defTabSz="457200">
              <a:lnSpc>
                <a:spcPct val="100000"/>
              </a:lnSpc>
              <a:buNone/>
            </a:pPr>
            <a:r>
              <a:rPr lang="en-US" sz="5400" b="0" u="none" strike="noStrike">
                <a:solidFill>
                  <a:schemeClr val="lt2"/>
                </a:solidFill>
                <a:effectLst/>
                <a:uFillTx/>
                <a:latin typeface="Calisto MT"/>
              </a:rPr>
              <a:t>Click to edit Master title style</a:t>
            </a:r>
            <a:endParaRPr lang="en-US" sz="5400" b="0" u="none" strike="noStrike">
              <a:solidFill>
                <a:schemeClr val="lt2"/>
              </a:solidFill>
              <a:effectLst/>
              <a:uFillTx/>
              <a:latin typeface="Calisto MT"/>
            </a:endParaRPr>
          </a:p>
        </p:txBody>
      </p:sp>
      <p:sp>
        <p:nvSpPr>
          <p:cNvPr id="3" name="PlaceHolder 2"/>
          <p:cNvSpPr>
            <a:spLocks noGrp="1"/>
          </p:cNvSpPr>
          <p:nvPr>
            <p:ph type="dt" idx="1"/>
          </p:nvPr>
        </p:nvSpPr>
        <p:spPr>
          <a:xfrm>
            <a:off x="7678800" y="5883120"/>
            <a:ext cx="2742840" cy="364680"/>
          </a:xfrm>
          <a:prstGeom prst="rect">
            <a:avLst/>
          </a:prstGeom>
          <a:noFill/>
          <a:ln w="0">
            <a:noFill/>
          </a:ln>
        </p:spPr>
        <p:txBody>
          <a:bodyPr lIns="91440" tIns="45720" rIns="91440" bIns="45720" anchor="ctr">
            <a:noAutofit/>
          </a:bodyPr>
          <a:lstStyle>
            <a:lvl1pPr indent="0" algn="r" defTabSz="457200">
              <a:lnSpc>
                <a:spcPct val="100000"/>
              </a:lnSpc>
              <a:buNone/>
              <a:defRPr lang="en-IN" sz="1000" b="0" u="none" strike="noStrike">
                <a:solidFill>
                  <a:schemeClr val="lt1">
                    <a:lumMod val="95000"/>
                  </a:schemeClr>
                </a:solidFill>
                <a:effectLst/>
                <a:uFillTx/>
                <a:latin typeface="Calisto MT"/>
              </a:defRPr>
            </a:lvl1pPr>
          </a:lstStyle>
          <a:p>
            <a:pPr indent="0" algn="r" defTabSz="457200">
              <a:lnSpc>
                <a:spcPct val="100000"/>
              </a:lnSpc>
              <a:buNone/>
            </a:pPr>
            <a:r>
              <a:rPr lang="en-IN" sz="1000" b="0" u="none" strike="noStrike">
                <a:solidFill>
                  <a:schemeClr val="lt1">
                    <a:lumMod val="95000"/>
                  </a:schemeClr>
                </a:solidFill>
                <a:effectLst/>
                <a:uFillTx/>
                <a:latin typeface="Calisto MT"/>
              </a:rPr>
              <a:t>&lt;date/time&gt;</a:t>
            </a:r>
            <a:endParaRPr lang="en-US" sz="1000" b="0" u="none" strike="noStrike">
              <a:solidFill>
                <a:srgbClr val="FFFFFF"/>
              </a:solidFill>
              <a:effectLst/>
              <a:uFillTx/>
              <a:latin typeface="Times New Roman"/>
            </a:endParaRPr>
          </a:p>
        </p:txBody>
      </p:sp>
      <p:sp>
        <p:nvSpPr>
          <p:cNvPr id="4" name="PlaceHolder 3"/>
          <p:cNvSpPr>
            <a:spLocks noGrp="1"/>
          </p:cNvSpPr>
          <p:nvPr>
            <p:ph type="ftr" idx="2"/>
          </p:nvPr>
        </p:nvSpPr>
        <p:spPr>
          <a:xfrm>
            <a:off x="913680" y="5883120"/>
            <a:ext cx="667260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FFFFFF"/>
                </a:solidFill>
                <a:effectLst/>
                <a:uFillTx/>
                <a:latin typeface="Times New Roman"/>
              </a:defRPr>
            </a:lvl1pPr>
          </a:lstStyle>
          <a:p>
            <a:pPr indent="0" algn="ctr">
              <a:buNone/>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5" name="PlaceHolder 4"/>
          <p:cNvSpPr>
            <a:spLocks noGrp="1"/>
          </p:cNvSpPr>
          <p:nvPr>
            <p:ph type="sldNum" idx="3"/>
          </p:nvPr>
        </p:nvSpPr>
        <p:spPr>
          <a:xfrm>
            <a:off x="10514160" y="5883120"/>
            <a:ext cx="753120" cy="364680"/>
          </a:xfrm>
          <a:prstGeom prst="rect">
            <a:avLst/>
          </a:prstGeom>
          <a:noFill/>
          <a:ln w="0">
            <a:noFill/>
          </a:ln>
        </p:spPr>
        <p:txBody>
          <a:bodyPr lIns="91440" tIns="45720" rIns="91440" bIns="45720" anchor="ctr">
            <a:noAutofit/>
          </a:bodyPr>
          <a:lstStyle>
            <a:lvl1pPr indent="0" algn="r" defTabSz="457200">
              <a:lnSpc>
                <a:spcPct val="100000"/>
              </a:lnSpc>
              <a:buNone/>
              <a:defRPr lang="en-IN" sz="1000" b="0" u="none" strike="noStrike">
                <a:solidFill>
                  <a:schemeClr val="lt1">
                    <a:lumMod val="95000"/>
                  </a:schemeClr>
                </a:solidFill>
                <a:effectLst/>
                <a:uFillTx/>
                <a:latin typeface="Calisto MT"/>
              </a:defRPr>
            </a:lvl1pPr>
          </a:lstStyle>
          <a:p>
            <a:pPr indent="0" algn="r" defTabSz="457200">
              <a:lnSpc>
                <a:spcPct val="100000"/>
              </a:lnSpc>
              <a:buNone/>
            </a:pPr>
            <a:fld id="{5EB0BBAC-5BFC-4570-A48E-943445221528}" type="slidenum">
              <a:rPr lang="en-IN" sz="1000" b="0" u="none" strike="noStrike">
                <a:solidFill>
                  <a:schemeClr val="lt1">
                    <a:lumMod val="95000"/>
                  </a:schemeClr>
                </a:solidFill>
                <a:effectLst/>
                <a:uFillTx/>
                <a:latin typeface="Calisto MT"/>
              </a:rPr>
              <a:t>&lt;number&gt;</a:t>
            </a:fld>
            <a:endParaRPr lang="en-US" sz="1000" b="0" u="none" strike="noStrike">
              <a:solidFill>
                <a:srgbClr val="FFFFFF"/>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anoramic Picture with Caption">
    <p:bg>
      <p:bgPr>
        <a:blipFill rotWithShape="0">
          <a:blip r:embed="rId2"/>
          <a:stretch/>
        </a:blipFill>
      </p:bgPr>
    </p:bg>
    <p:spTree>
      <p:nvGrpSpPr>
        <p:cNvPr id="1" name=""/>
        <p:cNvGrpSpPr/>
        <p:nvPr/>
      </p:nvGrpSpPr>
      <p:grpSpPr>
        <a:xfrm>
          <a:off x="0" y="0"/>
          <a:ext cx="0" cy="0"/>
          <a:chOff x="0" y="0"/>
          <a:chExt cx="0" cy="0"/>
        </a:xfrm>
      </p:grpSpPr>
      <p:pic>
        <p:nvPicPr>
          <p:cNvPr id="6" name="Picture 15" descr="Slate-V2-HD-panoPhotoInset.png"/>
          <p:cNvPicPr/>
          <p:nvPr/>
        </p:nvPicPr>
        <p:blipFill>
          <a:blip r:embed="rId3"/>
          <a:stretch/>
        </p:blipFill>
        <p:spPr>
          <a:xfrm>
            <a:off x="1013760" y="547920"/>
            <a:ext cx="10141560" cy="3816360"/>
          </a:xfrm>
          <a:prstGeom prst="rect">
            <a:avLst/>
          </a:prstGeom>
          <a:noFill/>
          <a:ln w="0">
            <a:noFill/>
          </a:ln>
        </p:spPr>
      </p:pic>
      <p:sp>
        <p:nvSpPr>
          <p:cNvPr id="7" name="PlaceHolder 1"/>
          <p:cNvSpPr>
            <a:spLocks noGrp="1"/>
          </p:cNvSpPr>
          <p:nvPr>
            <p:ph type="title"/>
          </p:nvPr>
        </p:nvSpPr>
        <p:spPr>
          <a:xfrm>
            <a:off x="913680" y="4565160"/>
            <a:ext cx="10355040" cy="543240"/>
          </a:xfrm>
          <a:prstGeom prst="rect">
            <a:avLst/>
          </a:prstGeom>
          <a:noFill/>
          <a:ln w="0">
            <a:noFill/>
          </a:ln>
          <a:effectLst>
            <a:outerShdw dist="0" dir="0" blurRad="25560" rotWithShape="0">
              <a:srgbClr val="000000">
                <a:alpha val="46000"/>
              </a:srgbClr>
            </a:outerShdw>
          </a:effectLst>
        </p:spPr>
        <p:txBody>
          <a:bodyPr lIns="91440" tIns="45720" rIns="91440" bIns="45720" anchor="b">
            <a:normAutofit/>
          </a:bodyPr>
          <a:lstStyle>
            <a:lvl1pPr indent="0" algn="ctr" defTabSz="457200">
              <a:lnSpc>
                <a:spcPct val="100000"/>
              </a:lnSpc>
              <a:buNone/>
              <a:defRPr lang="en-US" sz="2800" b="0" u="none" strike="noStrike">
                <a:solidFill>
                  <a:schemeClr val="lt2"/>
                </a:solidFill>
                <a:effectLst/>
                <a:uFillTx/>
                <a:latin typeface="Calisto MT"/>
              </a:defRPr>
            </a:lvl1pPr>
          </a:lstStyle>
          <a:p>
            <a:pPr indent="0" algn="ctr" defTabSz="457200">
              <a:lnSpc>
                <a:spcPct val="100000"/>
              </a:lnSpc>
              <a:buNone/>
            </a:pPr>
            <a:r>
              <a:rPr lang="en-US" sz="2800" b="0" u="none" strike="noStrike">
                <a:solidFill>
                  <a:schemeClr val="lt2"/>
                </a:solidFill>
                <a:effectLst/>
                <a:uFillTx/>
                <a:latin typeface="Calisto MT"/>
              </a:rPr>
              <a:t>Click to edit Master title style</a:t>
            </a:r>
            <a:endParaRPr lang="en-US" sz="2800" b="0" u="none" strike="noStrike">
              <a:solidFill>
                <a:schemeClr val="lt2"/>
              </a:solidFill>
              <a:effectLst/>
              <a:uFillTx/>
              <a:latin typeface="Calisto MT"/>
            </a:endParaRPr>
          </a:p>
        </p:txBody>
      </p:sp>
      <p:sp>
        <p:nvSpPr>
          <p:cNvPr id="8" name="PlaceHolder 2"/>
          <p:cNvSpPr>
            <a:spLocks noGrp="1"/>
          </p:cNvSpPr>
          <p:nvPr>
            <p:ph type="body"/>
          </p:nvPr>
        </p:nvSpPr>
        <p:spPr>
          <a:xfrm>
            <a:off x="1169280" y="695160"/>
            <a:ext cx="9844920" cy="3525480"/>
          </a:xfrm>
          <a:prstGeom prst="rect">
            <a:avLst/>
          </a:prstGeom>
          <a:noFill/>
          <a:ln w="0">
            <a:noFill/>
          </a:ln>
          <a:effectLst>
            <a:outerShdw dist="25417" dir="4463340" blurRad="38160" rotWithShape="0">
              <a:srgbClr val="000000">
                <a:alpha val="36000"/>
              </a:srgbClr>
            </a:outerShdw>
          </a:effectLst>
        </p:spPr>
        <p:txBody>
          <a:bodyPr lIns="90000" tIns="45000" rIns="90000" bIns="45000" anchor="t">
            <a:normAutofit/>
          </a:bodyPr>
          <a:lstStyle>
            <a:lvl1pPr indent="0" algn="ctr" defTabSz="457200">
              <a:lnSpc>
                <a:spcPct val="100000"/>
              </a:lnSpc>
              <a:buNone/>
              <a:tabLst>
                <a:tab pos="0" algn="l"/>
              </a:tabLst>
              <a:defRPr lang="en-US" sz="2000" b="0" u="none" strike="noStrike">
                <a:solidFill>
                  <a:schemeClr val="lt1"/>
                </a:solidFill>
                <a:effectLst/>
                <a:uFillTx/>
                <a:latin typeface="Calisto MT"/>
              </a:defRPr>
            </a:lvl1pPr>
          </a:lstStyle>
          <a:p>
            <a:pPr indent="0" algn="ctr" defTabSz="457200">
              <a:lnSpc>
                <a:spcPct val="100000"/>
              </a:lnSpc>
              <a:buNone/>
              <a:tabLst>
                <a:tab pos="0" algn="l"/>
              </a:tabLst>
            </a:pPr>
            <a:r>
              <a:rPr lang="en-US" sz="2000" b="0" u="none" strike="noStrike">
                <a:solidFill>
                  <a:schemeClr val="lt1"/>
                </a:solidFill>
                <a:effectLst/>
                <a:uFillTx/>
                <a:latin typeface="Calisto MT"/>
              </a:rPr>
              <a:t>Click icon to add picture</a:t>
            </a:r>
            <a:endParaRPr lang="en-US" sz="2000" b="0" u="none" strike="noStrike">
              <a:solidFill>
                <a:schemeClr val="lt2"/>
              </a:solidFill>
              <a:effectLst/>
              <a:uFillTx/>
              <a:latin typeface="Calisto MT"/>
            </a:endParaRPr>
          </a:p>
        </p:txBody>
      </p:sp>
      <p:sp>
        <p:nvSpPr>
          <p:cNvPr id="9" name="PlaceHolder 3"/>
          <p:cNvSpPr>
            <a:spLocks noGrp="1"/>
          </p:cNvSpPr>
          <p:nvPr>
            <p:ph type="body"/>
          </p:nvPr>
        </p:nvSpPr>
        <p:spPr>
          <a:xfrm>
            <a:off x="913680" y="5108760"/>
            <a:ext cx="10353240" cy="682200"/>
          </a:xfrm>
          <a:prstGeom prst="rect">
            <a:avLst/>
          </a:prstGeom>
          <a:noFill/>
          <a:ln w="0">
            <a:noFill/>
          </a:ln>
          <a:effectLst>
            <a:outerShdw dist="0" dir="0" blurRad="25560" rotWithShape="0">
              <a:srgbClr val="000000">
                <a:alpha val="46000"/>
              </a:srgbClr>
            </a:outerShdw>
          </a:effectLst>
        </p:spPr>
        <p:txBody>
          <a:bodyPr lIns="91440" tIns="45720" rIns="91440" bIns="45720" anchor="t">
            <a:noAutofit/>
          </a:bodyPr>
          <a:lstStyle>
            <a:lvl1pPr indent="0" algn="ctr" defTabSz="457200">
              <a:lnSpc>
                <a:spcPct val="100000"/>
              </a:lnSpc>
              <a:spcBef>
                <a:spcPts val="320"/>
              </a:spcBef>
              <a:spcAft>
                <a:spcPts val="601"/>
              </a:spcAft>
              <a:buNone/>
              <a:tabLst>
                <a:tab pos="0" algn="l"/>
              </a:tabLst>
              <a:defRPr lang="en-US" sz="1600" b="0" u="none" strike="noStrike">
                <a:solidFill>
                  <a:schemeClr val="lt2"/>
                </a:solidFill>
                <a:effectLst/>
                <a:uFillTx/>
                <a:latin typeface="Calisto MT"/>
              </a:defRPr>
            </a:lvl1pPr>
          </a:lstStyle>
          <a:p>
            <a:pPr indent="0" algn="ctr" defTabSz="457200">
              <a:lnSpc>
                <a:spcPct val="100000"/>
              </a:lnSpc>
              <a:spcBef>
                <a:spcPts val="320"/>
              </a:spcBef>
              <a:spcAft>
                <a:spcPts val="601"/>
              </a:spcAft>
              <a:buNone/>
              <a:tabLst>
                <a:tab pos="0" algn="l"/>
              </a:tabLst>
            </a:pPr>
            <a:r>
              <a:rPr lang="en-US" sz="1600" b="0" u="none" strike="noStrike">
                <a:solidFill>
                  <a:schemeClr val="lt2"/>
                </a:solidFill>
                <a:effectLst/>
                <a:uFillTx/>
                <a:latin typeface="Calisto MT"/>
              </a:rPr>
              <a:t>Edit Master text styles</a:t>
            </a:r>
            <a:endParaRPr lang="en-US" sz="1600" b="0" u="none" strike="noStrike">
              <a:solidFill>
                <a:schemeClr val="lt2"/>
              </a:solidFill>
              <a:effectLst/>
              <a:uFillTx/>
              <a:latin typeface="Calisto MT"/>
            </a:endParaRPr>
          </a:p>
        </p:txBody>
      </p:sp>
      <p:sp>
        <p:nvSpPr>
          <p:cNvPr id="10" name="PlaceHolder 4"/>
          <p:cNvSpPr>
            <a:spLocks noGrp="1"/>
          </p:cNvSpPr>
          <p:nvPr>
            <p:ph type="dt" idx="4"/>
          </p:nvPr>
        </p:nvSpPr>
        <p:spPr>
          <a:xfrm>
            <a:off x="7678800" y="5883120"/>
            <a:ext cx="2742840" cy="364680"/>
          </a:xfrm>
          <a:prstGeom prst="rect">
            <a:avLst/>
          </a:prstGeom>
          <a:noFill/>
          <a:ln w="0">
            <a:noFill/>
          </a:ln>
        </p:spPr>
        <p:txBody>
          <a:bodyPr lIns="91440" tIns="45720" rIns="91440" bIns="45720" anchor="ctr">
            <a:noAutofit/>
          </a:bodyPr>
          <a:lstStyle>
            <a:lvl1pPr indent="0" algn="r" defTabSz="457200">
              <a:lnSpc>
                <a:spcPct val="100000"/>
              </a:lnSpc>
              <a:buNone/>
              <a:defRPr lang="en-IN" sz="1000" b="0" u="none" strike="noStrike">
                <a:solidFill>
                  <a:schemeClr val="lt1">
                    <a:lumMod val="95000"/>
                  </a:schemeClr>
                </a:solidFill>
                <a:effectLst/>
                <a:uFillTx/>
                <a:latin typeface="Calisto MT"/>
              </a:defRPr>
            </a:lvl1pPr>
          </a:lstStyle>
          <a:p>
            <a:pPr indent="0" algn="r" defTabSz="457200">
              <a:lnSpc>
                <a:spcPct val="100000"/>
              </a:lnSpc>
              <a:buNone/>
            </a:pPr>
            <a:r>
              <a:rPr lang="en-IN" sz="1000" b="0" u="none" strike="noStrike">
                <a:solidFill>
                  <a:schemeClr val="lt1">
                    <a:lumMod val="95000"/>
                  </a:schemeClr>
                </a:solidFill>
                <a:effectLst/>
                <a:uFillTx/>
                <a:latin typeface="Calisto MT"/>
              </a:rPr>
              <a:t>&lt;date/time&gt;</a:t>
            </a:r>
            <a:endParaRPr lang="en-US" sz="1000" b="0" u="none" strike="noStrike">
              <a:solidFill>
                <a:srgbClr val="FFFFFF"/>
              </a:solidFill>
              <a:effectLst/>
              <a:uFillTx/>
              <a:latin typeface="Times New Roman"/>
            </a:endParaRPr>
          </a:p>
        </p:txBody>
      </p:sp>
      <p:sp>
        <p:nvSpPr>
          <p:cNvPr id="11" name="PlaceHolder 5"/>
          <p:cNvSpPr>
            <a:spLocks noGrp="1"/>
          </p:cNvSpPr>
          <p:nvPr>
            <p:ph type="ftr" idx="5"/>
          </p:nvPr>
        </p:nvSpPr>
        <p:spPr>
          <a:xfrm>
            <a:off x="913680" y="5883120"/>
            <a:ext cx="667260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FFFFFF"/>
                </a:solidFill>
                <a:effectLst/>
                <a:uFillTx/>
                <a:latin typeface="Times New Roman"/>
              </a:defRPr>
            </a:lvl1pPr>
          </a:lstStyle>
          <a:p>
            <a:pPr indent="0" algn="ctr">
              <a:buNone/>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12" name="PlaceHolder 6"/>
          <p:cNvSpPr>
            <a:spLocks noGrp="1"/>
          </p:cNvSpPr>
          <p:nvPr>
            <p:ph type="sldNum" idx="6"/>
          </p:nvPr>
        </p:nvSpPr>
        <p:spPr>
          <a:xfrm>
            <a:off x="10514160" y="5883120"/>
            <a:ext cx="753120" cy="364680"/>
          </a:xfrm>
          <a:prstGeom prst="rect">
            <a:avLst/>
          </a:prstGeom>
          <a:noFill/>
          <a:ln w="0">
            <a:noFill/>
          </a:ln>
        </p:spPr>
        <p:txBody>
          <a:bodyPr lIns="91440" tIns="45720" rIns="91440" bIns="45720" anchor="ctr">
            <a:noAutofit/>
          </a:bodyPr>
          <a:lstStyle>
            <a:lvl1pPr indent="0" algn="r" defTabSz="457200">
              <a:lnSpc>
                <a:spcPct val="100000"/>
              </a:lnSpc>
              <a:buNone/>
              <a:defRPr lang="en-IN" sz="1000" b="0" u="none" strike="noStrike">
                <a:solidFill>
                  <a:schemeClr val="lt1">
                    <a:lumMod val="95000"/>
                  </a:schemeClr>
                </a:solidFill>
                <a:effectLst/>
                <a:uFillTx/>
                <a:latin typeface="Calisto MT"/>
              </a:defRPr>
            </a:lvl1pPr>
          </a:lstStyle>
          <a:p>
            <a:pPr indent="0" algn="r" defTabSz="457200">
              <a:lnSpc>
                <a:spcPct val="100000"/>
              </a:lnSpc>
              <a:buNone/>
            </a:pPr>
            <a:fld id="{AD1D38D8-297B-4722-ADB4-98333E499411}" type="slidenum">
              <a:rPr lang="en-IN" sz="1000" b="0" u="none" strike="noStrike">
                <a:solidFill>
                  <a:schemeClr val="lt1">
                    <a:lumMod val="95000"/>
                  </a:schemeClr>
                </a:solidFill>
                <a:effectLst/>
                <a:uFillTx/>
                <a:latin typeface="Calisto MT"/>
              </a:rPr>
              <a:t>&lt;number&gt;</a:t>
            </a:fld>
            <a:endParaRPr lang="en-US" sz="1000" b="0" u="none" strike="noStrike">
              <a:solidFill>
                <a:srgbClr val="FFFFFF"/>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aption">
    <p:bg>
      <p:bgPr>
        <a:blipFill rotWithShape="0">
          <a:blip r:embed="rId2"/>
          <a:stretch/>
        </a:blipFill>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913680" y="608400"/>
            <a:ext cx="10353240" cy="3534120"/>
          </a:xfrm>
          <a:prstGeom prst="rect">
            <a:avLst/>
          </a:prstGeom>
          <a:noFill/>
          <a:ln w="0">
            <a:noFill/>
          </a:ln>
          <a:effectLst>
            <a:outerShdw dist="0" dir="0" blurRad="25560" rotWithShape="0">
              <a:srgbClr val="000000">
                <a:alpha val="46000"/>
              </a:srgbClr>
            </a:outerShdw>
          </a:effectLst>
        </p:spPr>
        <p:txBody>
          <a:bodyPr lIns="91440" tIns="45720" rIns="91440" bIns="45720" anchor="ctr">
            <a:noAutofit/>
          </a:bodyPr>
          <a:lstStyle>
            <a:lvl1pPr indent="0" algn="ctr" defTabSz="457200">
              <a:lnSpc>
                <a:spcPct val="100000"/>
              </a:lnSpc>
              <a:buNone/>
              <a:defRPr lang="en-US" sz="3200" b="0" u="none" strike="noStrike">
                <a:solidFill>
                  <a:schemeClr val="lt2"/>
                </a:solidFill>
                <a:effectLst/>
                <a:uFillTx/>
                <a:latin typeface="Calisto MT"/>
              </a:defRPr>
            </a:lvl1pPr>
          </a:lstStyle>
          <a:p>
            <a:pPr indent="0" algn="ctr" defTabSz="457200">
              <a:lnSpc>
                <a:spcPct val="100000"/>
              </a:lnSpc>
              <a:buNone/>
            </a:pPr>
            <a:r>
              <a:rPr lang="en-US" sz="3200" b="0" u="none" strike="noStrike">
                <a:solidFill>
                  <a:schemeClr val="lt2"/>
                </a:solidFill>
                <a:effectLst/>
                <a:uFillTx/>
                <a:latin typeface="Calisto MT"/>
              </a:rPr>
              <a:t>Click to edit Master title style</a:t>
            </a:r>
            <a:endParaRPr lang="en-US" sz="3200" b="0" u="none" strike="noStrike">
              <a:solidFill>
                <a:schemeClr val="lt2"/>
              </a:solidFill>
              <a:effectLst/>
              <a:uFillTx/>
              <a:latin typeface="Calisto MT"/>
            </a:endParaRPr>
          </a:p>
        </p:txBody>
      </p:sp>
      <p:sp>
        <p:nvSpPr>
          <p:cNvPr id="14" name="PlaceHolder 2"/>
          <p:cNvSpPr>
            <a:spLocks noGrp="1"/>
          </p:cNvSpPr>
          <p:nvPr>
            <p:ph type="body"/>
          </p:nvPr>
        </p:nvSpPr>
        <p:spPr>
          <a:xfrm>
            <a:off x="913680" y="4295160"/>
            <a:ext cx="10353240" cy="1501560"/>
          </a:xfrm>
          <a:prstGeom prst="rect">
            <a:avLst/>
          </a:prstGeom>
          <a:noFill/>
          <a:ln w="0">
            <a:noFill/>
          </a:ln>
          <a:effectLst>
            <a:outerShdw dist="0" dir="0" blurRad="25560" rotWithShape="0">
              <a:srgbClr val="000000">
                <a:alpha val="46000"/>
              </a:srgbClr>
            </a:outerShdw>
          </a:effectLst>
        </p:spPr>
        <p:txBody>
          <a:bodyPr lIns="91440" tIns="45720" rIns="91440" bIns="45720" anchor="ctr">
            <a:noAutofit/>
          </a:bodyPr>
          <a:lstStyle>
            <a:lvl1pPr indent="0" algn="ctr" defTabSz="457200">
              <a:lnSpc>
                <a:spcPct val="100000"/>
              </a:lnSpc>
              <a:spcBef>
                <a:spcPts val="320"/>
              </a:spcBef>
              <a:spcAft>
                <a:spcPts val="601"/>
              </a:spcAft>
              <a:buNone/>
              <a:tabLst>
                <a:tab pos="0" algn="l"/>
              </a:tabLst>
              <a:defRPr lang="en-US" sz="1600" b="0" u="none" strike="noStrike">
                <a:solidFill>
                  <a:schemeClr val="lt2"/>
                </a:solidFill>
                <a:effectLst/>
                <a:uFillTx/>
                <a:latin typeface="Calisto MT"/>
              </a:defRPr>
            </a:lvl1pPr>
          </a:lstStyle>
          <a:p>
            <a:pPr indent="0" algn="ctr" defTabSz="457200">
              <a:lnSpc>
                <a:spcPct val="100000"/>
              </a:lnSpc>
              <a:spcBef>
                <a:spcPts val="320"/>
              </a:spcBef>
              <a:spcAft>
                <a:spcPts val="601"/>
              </a:spcAft>
              <a:buNone/>
              <a:tabLst>
                <a:tab pos="0" algn="l"/>
              </a:tabLst>
            </a:pPr>
            <a:r>
              <a:rPr lang="en-US" sz="1600" b="0" u="none" strike="noStrike">
                <a:solidFill>
                  <a:schemeClr val="lt2"/>
                </a:solidFill>
                <a:effectLst/>
                <a:uFillTx/>
                <a:latin typeface="Calisto MT"/>
              </a:rPr>
              <a:t>Edit Master text styles</a:t>
            </a:r>
            <a:endParaRPr lang="en-US" sz="1600" b="0" u="none" strike="noStrike">
              <a:solidFill>
                <a:schemeClr val="lt2"/>
              </a:solidFill>
              <a:effectLst/>
              <a:uFillTx/>
              <a:latin typeface="Calisto MT"/>
            </a:endParaRPr>
          </a:p>
        </p:txBody>
      </p:sp>
      <p:sp>
        <p:nvSpPr>
          <p:cNvPr id="15" name="PlaceHolder 3"/>
          <p:cNvSpPr>
            <a:spLocks noGrp="1"/>
          </p:cNvSpPr>
          <p:nvPr>
            <p:ph type="dt" idx="7"/>
          </p:nvPr>
        </p:nvSpPr>
        <p:spPr>
          <a:xfrm>
            <a:off x="7678800" y="5883120"/>
            <a:ext cx="2742840" cy="364680"/>
          </a:xfrm>
          <a:prstGeom prst="rect">
            <a:avLst/>
          </a:prstGeom>
          <a:noFill/>
          <a:ln w="0">
            <a:noFill/>
          </a:ln>
        </p:spPr>
        <p:txBody>
          <a:bodyPr lIns="91440" tIns="45720" rIns="91440" bIns="45720" anchor="ctr">
            <a:noAutofit/>
          </a:bodyPr>
          <a:lstStyle>
            <a:lvl1pPr indent="0" algn="r" defTabSz="457200">
              <a:lnSpc>
                <a:spcPct val="100000"/>
              </a:lnSpc>
              <a:buNone/>
              <a:defRPr lang="en-IN" sz="1000" b="0" u="none" strike="noStrike">
                <a:solidFill>
                  <a:schemeClr val="lt1">
                    <a:lumMod val="95000"/>
                  </a:schemeClr>
                </a:solidFill>
                <a:effectLst/>
                <a:uFillTx/>
                <a:latin typeface="Calisto MT"/>
              </a:defRPr>
            </a:lvl1pPr>
          </a:lstStyle>
          <a:p>
            <a:pPr indent="0" algn="r" defTabSz="457200">
              <a:lnSpc>
                <a:spcPct val="100000"/>
              </a:lnSpc>
              <a:buNone/>
            </a:pPr>
            <a:r>
              <a:rPr lang="en-IN" sz="1000" b="0" u="none" strike="noStrike">
                <a:solidFill>
                  <a:schemeClr val="lt1">
                    <a:lumMod val="95000"/>
                  </a:schemeClr>
                </a:solidFill>
                <a:effectLst/>
                <a:uFillTx/>
                <a:latin typeface="Calisto MT"/>
              </a:rPr>
              <a:t>&lt;date/time&gt;</a:t>
            </a:r>
            <a:endParaRPr lang="en-US" sz="1000" b="0" u="none" strike="noStrike">
              <a:solidFill>
                <a:srgbClr val="FFFFFF"/>
              </a:solidFill>
              <a:effectLst/>
              <a:uFillTx/>
              <a:latin typeface="Times New Roman"/>
            </a:endParaRPr>
          </a:p>
        </p:txBody>
      </p:sp>
      <p:sp>
        <p:nvSpPr>
          <p:cNvPr id="16" name="PlaceHolder 4"/>
          <p:cNvSpPr>
            <a:spLocks noGrp="1"/>
          </p:cNvSpPr>
          <p:nvPr>
            <p:ph type="ftr" idx="8"/>
          </p:nvPr>
        </p:nvSpPr>
        <p:spPr>
          <a:xfrm>
            <a:off x="913680" y="5883120"/>
            <a:ext cx="667260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FFFFFF"/>
                </a:solidFill>
                <a:effectLst/>
                <a:uFillTx/>
                <a:latin typeface="Times New Roman"/>
              </a:defRPr>
            </a:lvl1pPr>
          </a:lstStyle>
          <a:p>
            <a:pPr indent="0" algn="ctr">
              <a:buNone/>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17" name="PlaceHolder 5"/>
          <p:cNvSpPr>
            <a:spLocks noGrp="1"/>
          </p:cNvSpPr>
          <p:nvPr>
            <p:ph type="sldNum" idx="9"/>
          </p:nvPr>
        </p:nvSpPr>
        <p:spPr>
          <a:xfrm>
            <a:off x="10514160" y="5883120"/>
            <a:ext cx="753120" cy="364680"/>
          </a:xfrm>
          <a:prstGeom prst="rect">
            <a:avLst/>
          </a:prstGeom>
          <a:noFill/>
          <a:ln w="0">
            <a:noFill/>
          </a:ln>
        </p:spPr>
        <p:txBody>
          <a:bodyPr lIns="91440" tIns="45720" rIns="91440" bIns="45720" anchor="ctr">
            <a:noAutofit/>
          </a:bodyPr>
          <a:lstStyle>
            <a:lvl1pPr indent="0" algn="r" defTabSz="457200">
              <a:lnSpc>
                <a:spcPct val="100000"/>
              </a:lnSpc>
              <a:buNone/>
              <a:defRPr lang="en-IN" sz="1000" b="0" u="none" strike="noStrike">
                <a:solidFill>
                  <a:schemeClr val="lt1">
                    <a:lumMod val="95000"/>
                  </a:schemeClr>
                </a:solidFill>
                <a:effectLst/>
                <a:uFillTx/>
                <a:latin typeface="Calisto MT"/>
              </a:defRPr>
            </a:lvl1pPr>
          </a:lstStyle>
          <a:p>
            <a:pPr indent="0" algn="r" defTabSz="457200">
              <a:lnSpc>
                <a:spcPct val="100000"/>
              </a:lnSpc>
              <a:buNone/>
            </a:pPr>
            <a:fld id="{4AB1F8A9-7C7D-4555-935B-02C347A14AE7}" type="slidenum">
              <a:rPr lang="en-IN" sz="1000" b="0" u="none" strike="noStrike">
                <a:solidFill>
                  <a:schemeClr val="lt1">
                    <a:lumMod val="95000"/>
                  </a:schemeClr>
                </a:solidFill>
                <a:effectLst/>
                <a:uFillTx/>
                <a:latin typeface="Calisto MT"/>
              </a:rPr>
              <a:t>&lt;number&gt;</a:t>
            </a:fld>
            <a:endParaRPr lang="en-US" sz="1000" b="0" u="none" strike="noStrike">
              <a:solidFill>
                <a:srgbClr val="FFFFFF"/>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with Caption">
    <p:bg>
      <p:bgPr>
        <a:blipFill rotWithShape="0">
          <a:blip r:embed="rId2"/>
          <a:stretch/>
        </a:blipFill>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1446120" y="609480"/>
            <a:ext cx="9302400" cy="2992680"/>
          </a:xfrm>
          <a:prstGeom prst="rect">
            <a:avLst/>
          </a:prstGeom>
          <a:noFill/>
          <a:ln w="0">
            <a:noFill/>
          </a:ln>
          <a:effectLst>
            <a:outerShdw dist="0" dir="0" blurRad="25560" rotWithShape="0">
              <a:srgbClr val="000000">
                <a:alpha val="46000"/>
              </a:srgbClr>
            </a:outerShdw>
          </a:effectLst>
        </p:spPr>
        <p:txBody>
          <a:bodyPr lIns="91440" tIns="45720" rIns="91440" bIns="45720" anchor="ctr">
            <a:noAutofit/>
          </a:bodyPr>
          <a:lstStyle>
            <a:lvl1pPr indent="0" algn="ctr" defTabSz="457200">
              <a:lnSpc>
                <a:spcPct val="100000"/>
              </a:lnSpc>
              <a:buNone/>
              <a:defRPr lang="en-US" sz="3200" b="0" u="none" strike="noStrike">
                <a:solidFill>
                  <a:schemeClr val="lt2"/>
                </a:solidFill>
                <a:effectLst/>
                <a:uFillTx/>
                <a:latin typeface="Calisto MT"/>
              </a:defRPr>
            </a:lvl1pPr>
          </a:lstStyle>
          <a:p>
            <a:pPr indent="0" algn="ctr" defTabSz="457200">
              <a:lnSpc>
                <a:spcPct val="100000"/>
              </a:lnSpc>
              <a:buNone/>
            </a:pPr>
            <a:r>
              <a:rPr lang="en-US" sz="3200" b="0" u="none" strike="noStrike">
                <a:solidFill>
                  <a:schemeClr val="lt2"/>
                </a:solidFill>
                <a:effectLst/>
                <a:uFillTx/>
                <a:latin typeface="Calisto MT"/>
              </a:rPr>
              <a:t>Click to edit Master title style</a:t>
            </a:r>
            <a:endParaRPr lang="en-US" sz="3200" b="0" u="none" strike="noStrike">
              <a:solidFill>
                <a:schemeClr val="lt2"/>
              </a:solidFill>
              <a:effectLst/>
              <a:uFillTx/>
              <a:latin typeface="Calisto MT"/>
            </a:endParaRPr>
          </a:p>
        </p:txBody>
      </p:sp>
      <p:sp>
        <p:nvSpPr>
          <p:cNvPr id="19" name="PlaceHolder 2"/>
          <p:cNvSpPr>
            <a:spLocks noGrp="1"/>
          </p:cNvSpPr>
          <p:nvPr>
            <p:ph type="body"/>
          </p:nvPr>
        </p:nvSpPr>
        <p:spPr>
          <a:xfrm>
            <a:off x="1720800" y="3610080"/>
            <a:ext cx="8751960" cy="532440"/>
          </a:xfrm>
          <a:prstGeom prst="rect">
            <a:avLst/>
          </a:prstGeom>
          <a:noFill/>
          <a:ln w="0">
            <a:noFill/>
          </a:ln>
          <a:effectLst>
            <a:outerShdw dist="0" dir="0" blurRad="25560" rotWithShape="0">
              <a:srgbClr val="000000">
                <a:alpha val="46000"/>
              </a:srgbClr>
            </a:outerShdw>
          </a:effectLst>
        </p:spPr>
        <p:txBody>
          <a:bodyPr lIns="91440" tIns="45720" rIns="91440" bIns="45720" anchor="t">
            <a:normAutofit/>
          </a:bodyPr>
          <a:lstStyle>
            <a:lvl1pPr indent="0" algn="r" defTabSz="457200">
              <a:lnSpc>
                <a:spcPct val="100000"/>
              </a:lnSpc>
              <a:spcBef>
                <a:spcPts val="281"/>
              </a:spcBef>
              <a:spcAft>
                <a:spcPts val="601"/>
              </a:spcAft>
              <a:buNone/>
              <a:tabLst>
                <a:tab pos="0" algn="l"/>
              </a:tabLst>
              <a:defRPr lang="en-US" sz="1400" b="0" u="none" strike="noStrike">
                <a:solidFill>
                  <a:schemeClr val="lt2"/>
                </a:solidFill>
                <a:effectLst/>
                <a:uFillTx/>
                <a:latin typeface="Calisto MT"/>
              </a:defRPr>
            </a:lvl1pPr>
          </a:lstStyle>
          <a:p>
            <a:pPr indent="0" algn="r" defTabSz="457200">
              <a:lnSpc>
                <a:spcPct val="100000"/>
              </a:lnSpc>
              <a:spcBef>
                <a:spcPts val="281"/>
              </a:spcBef>
              <a:spcAft>
                <a:spcPts val="601"/>
              </a:spcAft>
              <a:buNone/>
              <a:tabLst>
                <a:tab pos="0" algn="l"/>
              </a:tabLst>
            </a:pPr>
            <a:r>
              <a:rPr lang="en-US" sz="1400" b="0" u="none" strike="noStrike">
                <a:solidFill>
                  <a:schemeClr val="lt2"/>
                </a:solidFill>
                <a:effectLst/>
                <a:uFillTx/>
                <a:latin typeface="Calisto MT"/>
              </a:rPr>
              <a:t>Edit Master text styles</a:t>
            </a:r>
            <a:endParaRPr lang="en-US" sz="1400" b="0" u="none" strike="noStrike">
              <a:solidFill>
                <a:schemeClr val="lt2"/>
              </a:solidFill>
              <a:effectLst/>
              <a:uFillTx/>
              <a:latin typeface="Calisto MT"/>
            </a:endParaRPr>
          </a:p>
        </p:txBody>
      </p:sp>
      <p:sp>
        <p:nvSpPr>
          <p:cNvPr id="20" name="PlaceHolder 3"/>
          <p:cNvSpPr>
            <a:spLocks noGrp="1"/>
          </p:cNvSpPr>
          <p:nvPr>
            <p:ph type="body"/>
          </p:nvPr>
        </p:nvSpPr>
        <p:spPr>
          <a:xfrm>
            <a:off x="913680" y="4304520"/>
            <a:ext cx="10353240" cy="1488960"/>
          </a:xfrm>
          <a:prstGeom prst="rect">
            <a:avLst/>
          </a:prstGeom>
          <a:noFill/>
          <a:ln w="0">
            <a:noFill/>
          </a:ln>
          <a:effectLst>
            <a:outerShdw dist="0" dir="0" blurRad="25560" rotWithShape="0">
              <a:srgbClr val="000000">
                <a:alpha val="46000"/>
              </a:srgbClr>
            </a:outerShdw>
          </a:effectLst>
        </p:spPr>
        <p:txBody>
          <a:bodyPr lIns="91440" tIns="45720" rIns="91440" bIns="45720" anchor="ctr">
            <a:normAutofit/>
          </a:bodyPr>
          <a:lstStyle>
            <a:lvl1pPr indent="0" algn="ctr" defTabSz="457200">
              <a:lnSpc>
                <a:spcPct val="100000"/>
              </a:lnSpc>
              <a:spcBef>
                <a:spcPts val="320"/>
              </a:spcBef>
              <a:spcAft>
                <a:spcPts val="601"/>
              </a:spcAft>
              <a:buNone/>
              <a:tabLst>
                <a:tab pos="0" algn="l"/>
              </a:tabLst>
              <a:defRPr lang="en-US" sz="1600" b="0" u="none" strike="noStrike">
                <a:solidFill>
                  <a:schemeClr val="lt2"/>
                </a:solidFill>
                <a:effectLst/>
                <a:uFillTx/>
                <a:latin typeface="Calisto MT"/>
              </a:defRPr>
            </a:lvl1pPr>
          </a:lstStyle>
          <a:p>
            <a:pPr indent="0" algn="ctr" defTabSz="457200">
              <a:lnSpc>
                <a:spcPct val="100000"/>
              </a:lnSpc>
              <a:spcBef>
                <a:spcPts val="320"/>
              </a:spcBef>
              <a:spcAft>
                <a:spcPts val="601"/>
              </a:spcAft>
              <a:buNone/>
              <a:tabLst>
                <a:tab pos="0" algn="l"/>
              </a:tabLst>
            </a:pPr>
            <a:r>
              <a:rPr lang="en-US" sz="1600" b="0" u="none" strike="noStrike">
                <a:solidFill>
                  <a:schemeClr val="lt2"/>
                </a:solidFill>
                <a:effectLst/>
                <a:uFillTx/>
                <a:latin typeface="Calisto MT"/>
              </a:rPr>
              <a:t>Edit Master text styles</a:t>
            </a:r>
            <a:endParaRPr lang="en-US" sz="1600" b="0" u="none" strike="noStrike">
              <a:solidFill>
                <a:schemeClr val="lt2"/>
              </a:solidFill>
              <a:effectLst/>
              <a:uFillTx/>
              <a:latin typeface="Calisto MT"/>
            </a:endParaRPr>
          </a:p>
        </p:txBody>
      </p:sp>
      <p:sp>
        <p:nvSpPr>
          <p:cNvPr id="21" name="PlaceHolder 4"/>
          <p:cNvSpPr>
            <a:spLocks noGrp="1"/>
          </p:cNvSpPr>
          <p:nvPr>
            <p:ph type="dt" idx="10"/>
          </p:nvPr>
        </p:nvSpPr>
        <p:spPr>
          <a:xfrm>
            <a:off x="7678800" y="5883120"/>
            <a:ext cx="2742840" cy="364680"/>
          </a:xfrm>
          <a:prstGeom prst="rect">
            <a:avLst/>
          </a:prstGeom>
          <a:noFill/>
          <a:ln w="0">
            <a:noFill/>
          </a:ln>
        </p:spPr>
        <p:txBody>
          <a:bodyPr lIns="91440" tIns="45720" rIns="91440" bIns="45720" anchor="ctr">
            <a:noAutofit/>
          </a:bodyPr>
          <a:lstStyle>
            <a:lvl1pPr indent="0" algn="r" defTabSz="457200">
              <a:lnSpc>
                <a:spcPct val="100000"/>
              </a:lnSpc>
              <a:buNone/>
              <a:defRPr lang="en-IN" sz="1000" b="0" u="none" strike="noStrike">
                <a:solidFill>
                  <a:schemeClr val="lt1">
                    <a:lumMod val="95000"/>
                  </a:schemeClr>
                </a:solidFill>
                <a:effectLst/>
                <a:uFillTx/>
                <a:latin typeface="Calisto MT"/>
              </a:defRPr>
            </a:lvl1pPr>
          </a:lstStyle>
          <a:p>
            <a:pPr indent="0" algn="r" defTabSz="457200">
              <a:lnSpc>
                <a:spcPct val="100000"/>
              </a:lnSpc>
              <a:buNone/>
            </a:pPr>
            <a:r>
              <a:rPr lang="en-IN" sz="1000" b="0" u="none" strike="noStrike">
                <a:solidFill>
                  <a:schemeClr val="lt1">
                    <a:lumMod val="95000"/>
                  </a:schemeClr>
                </a:solidFill>
                <a:effectLst/>
                <a:uFillTx/>
                <a:latin typeface="Calisto MT"/>
              </a:rPr>
              <a:t>&lt;date/time&gt;</a:t>
            </a:r>
            <a:endParaRPr lang="en-US" sz="1000" b="0" u="none" strike="noStrike">
              <a:solidFill>
                <a:srgbClr val="FFFFFF"/>
              </a:solidFill>
              <a:effectLst/>
              <a:uFillTx/>
              <a:latin typeface="Times New Roman"/>
            </a:endParaRPr>
          </a:p>
        </p:txBody>
      </p:sp>
      <p:sp>
        <p:nvSpPr>
          <p:cNvPr id="22" name="PlaceHolder 5"/>
          <p:cNvSpPr>
            <a:spLocks noGrp="1"/>
          </p:cNvSpPr>
          <p:nvPr>
            <p:ph type="ftr" idx="11"/>
          </p:nvPr>
        </p:nvSpPr>
        <p:spPr>
          <a:xfrm>
            <a:off x="913680" y="5883120"/>
            <a:ext cx="667260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FFFFFF"/>
                </a:solidFill>
                <a:effectLst/>
                <a:uFillTx/>
                <a:latin typeface="Times New Roman"/>
              </a:defRPr>
            </a:lvl1pPr>
          </a:lstStyle>
          <a:p>
            <a:pPr indent="0" algn="ctr">
              <a:buNone/>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23" name="PlaceHolder 6"/>
          <p:cNvSpPr>
            <a:spLocks noGrp="1"/>
          </p:cNvSpPr>
          <p:nvPr>
            <p:ph type="sldNum" idx="12"/>
          </p:nvPr>
        </p:nvSpPr>
        <p:spPr>
          <a:xfrm>
            <a:off x="10514160" y="5883120"/>
            <a:ext cx="753120" cy="364680"/>
          </a:xfrm>
          <a:prstGeom prst="rect">
            <a:avLst/>
          </a:prstGeom>
          <a:noFill/>
          <a:ln w="0">
            <a:noFill/>
          </a:ln>
        </p:spPr>
        <p:txBody>
          <a:bodyPr lIns="91440" tIns="45720" rIns="91440" bIns="45720" anchor="ctr">
            <a:noAutofit/>
          </a:bodyPr>
          <a:lstStyle>
            <a:lvl1pPr indent="0" algn="r" defTabSz="457200">
              <a:lnSpc>
                <a:spcPct val="100000"/>
              </a:lnSpc>
              <a:buNone/>
              <a:defRPr lang="en-IN" sz="1000" b="0" u="none" strike="noStrike">
                <a:solidFill>
                  <a:schemeClr val="lt1">
                    <a:lumMod val="95000"/>
                  </a:schemeClr>
                </a:solidFill>
                <a:effectLst/>
                <a:uFillTx/>
                <a:latin typeface="Calisto MT"/>
              </a:defRPr>
            </a:lvl1pPr>
          </a:lstStyle>
          <a:p>
            <a:pPr indent="0" algn="r" defTabSz="457200">
              <a:lnSpc>
                <a:spcPct val="100000"/>
              </a:lnSpc>
              <a:buNone/>
            </a:pPr>
            <a:fld id="{A9332B90-A470-4BFE-9C84-3525E3304975}" type="slidenum">
              <a:rPr lang="en-IN" sz="1000" b="0" u="none" strike="noStrike">
                <a:solidFill>
                  <a:schemeClr val="lt1">
                    <a:lumMod val="95000"/>
                  </a:schemeClr>
                </a:solidFill>
                <a:effectLst/>
                <a:uFillTx/>
                <a:latin typeface="Calisto MT"/>
              </a:rPr>
              <a:t>&lt;number&gt;</a:t>
            </a:fld>
            <a:endParaRPr lang="en-US" sz="1000" b="0" u="none" strike="noStrike">
              <a:solidFill>
                <a:srgbClr val="FFFFFF"/>
              </a:solidFill>
              <a:effectLst/>
              <a:uFillTx/>
              <a:latin typeface="Times New Roman"/>
            </a:endParaRPr>
          </a:p>
        </p:txBody>
      </p:sp>
      <p:sp>
        <p:nvSpPr>
          <p:cNvPr id="24" name="TextBox 10"/>
          <p:cNvSpPr/>
          <p:nvPr/>
        </p:nvSpPr>
        <p:spPr>
          <a:xfrm>
            <a:off x="990720" y="884880"/>
            <a:ext cx="609120" cy="584280"/>
          </a:xfrm>
          <a:prstGeom prst="rect">
            <a:avLst/>
          </a:prstGeom>
          <a:noFill/>
          <a:ln w="0">
            <a:noFill/>
          </a:ln>
        </p:spPr>
        <p:style>
          <a:lnRef idx="0"/>
          <a:fillRef idx="0"/>
          <a:effectRef idx="0"/>
          <a:fontRef idx="minor"/>
        </p:style>
        <p:txBody>
          <a:bodyPr anchor="ctr">
            <a:noAutofit/>
          </a:bodyPr>
          <a:p>
            <a:pPr defTabSz="457200">
              <a:lnSpc>
                <a:spcPct val="100000"/>
              </a:lnSpc>
            </a:pPr>
            <a:r>
              <a:rPr lang="en-US" sz="8000" b="0" u="none" strike="noStrike" cap="all">
                <a:solidFill>
                  <a:schemeClr val="lt1"/>
                </a:solidFill>
                <a:effectLst/>
                <a:uFillTx/>
                <a:latin typeface="Calisto MT"/>
              </a:rPr>
              <a:t>“</a:t>
            </a:r>
            <a:endParaRPr lang="en-US" sz="8000" b="0" u="none" strike="noStrike">
              <a:solidFill>
                <a:srgbClr val="FFFFFF"/>
              </a:solidFill>
              <a:effectLst/>
              <a:uFillTx/>
              <a:latin typeface="Arial"/>
            </a:endParaRPr>
          </a:p>
        </p:txBody>
      </p:sp>
      <p:sp>
        <p:nvSpPr>
          <p:cNvPr id="25" name="TextBox 12"/>
          <p:cNvSpPr/>
          <p:nvPr/>
        </p:nvSpPr>
        <p:spPr>
          <a:xfrm>
            <a:off x="10504800" y="2928240"/>
            <a:ext cx="609120" cy="584280"/>
          </a:xfrm>
          <a:prstGeom prst="rect">
            <a:avLst/>
          </a:prstGeom>
          <a:noFill/>
          <a:ln w="0">
            <a:noFill/>
          </a:ln>
        </p:spPr>
        <p:style>
          <a:lnRef idx="0"/>
          <a:fillRef idx="0"/>
          <a:effectRef idx="0"/>
          <a:fontRef idx="minor"/>
        </p:style>
        <p:txBody>
          <a:bodyPr anchor="ctr">
            <a:noAutofit/>
          </a:bodyPr>
          <a:p>
            <a:pPr algn="r" defTabSz="457200">
              <a:lnSpc>
                <a:spcPct val="100000"/>
              </a:lnSpc>
            </a:pPr>
            <a:r>
              <a:rPr lang="en-US" sz="8000" b="0" u="none" strike="noStrike" cap="all">
                <a:solidFill>
                  <a:schemeClr val="lt1"/>
                </a:solidFill>
                <a:effectLst/>
                <a:uFillTx/>
                <a:latin typeface="Calisto MT"/>
              </a:rPr>
              <a:t>”</a:t>
            </a:r>
            <a:endParaRPr lang="en-US" sz="8000" b="0" u="none" strike="noStrike">
              <a:solidFill>
                <a:srgbClr val="FFFFFF"/>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Name Card">
    <p:bg>
      <p:bgPr>
        <a:blipFill rotWithShape="0">
          <a:blip r:embed="rId2"/>
          <a:stretch/>
        </a:blip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913680" y="2126880"/>
            <a:ext cx="10353240" cy="2511360"/>
          </a:xfrm>
          <a:prstGeom prst="rect">
            <a:avLst/>
          </a:prstGeom>
          <a:noFill/>
          <a:ln w="0">
            <a:noFill/>
          </a:ln>
          <a:effectLst>
            <a:outerShdw dist="0" dir="0" blurRad="25560" rotWithShape="0">
              <a:srgbClr val="000000">
                <a:alpha val="46000"/>
              </a:srgbClr>
            </a:outerShdw>
          </a:effectLst>
        </p:spPr>
        <p:txBody>
          <a:bodyPr lIns="91440" tIns="45720" rIns="91440" bIns="45720" anchor="b">
            <a:noAutofit/>
          </a:bodyPr>
          <a:lstStyle>
            <a:lvl1pPr indent="0" algn="ctr" defTabSz="457200">
              <a:lnSpc>
                <a:spcPct val="100000"/>
              </a:lnSpc>
              <a:buNone/>
              <a:defRPr lang="en-US" sz="3200" b="0" u="none" strike="noStrike">
                <a:solidFill>
                  <a:schemeClr val="lt2"/>
                </a:solidFill>
                <a:effectLst/>
                <a:uFillTx/>
                <a:latin typeface="Calisto MT"/>
              </a:defRPr>
            </a:lvl1pPr>
          </a:lstStyle>
          <a:p>
            <a:pPr indent="0" algn="ctr" defTabSz="457200">
              <a:lnSpc>
                <a:spcPct val="100000"/>
              </a:lnSpc>
              <a:buNone/>
            </a:pPr>
            <a:r>
              <a:rPr lang="en-US" sz="3200" b="0" u="none" strike="noStrike">
                <a:solidFill>
                  <a:schemeClr val="lt2"/>
                </a:solidFill>
                <a:effectLst/>
                <a:uFillTx/>
                <a:latin typeface="Calisto MT"/>
              </a:rPr>
              <a:t>Click to edit Master title style</a:t>
            </a:r>
            <a:endParaRPr lang="en-US" sz="3200" b="0" u="none" strike="noStrike">
              <a:solidFill>
                <a:schemeClr val="lt2"/>
              </a:solidFill>
              <a:effectLst/>
              <a:uFillTx/>
              <a:latin typeface="Calisto MT"/>
            </a:endParaRPr>
          </a:p>
        </p:txBody>
      </p:sp>
      <p:sp>
        <p:nvSpPr>
          <p:cNvPr id="27" name="PlaceHolder 2"/>
          <p:cNvSpPr>
            <a:spLocks noGrp="1"/>
          </p:cNvSpPr>
          <p:nvPr>
            <p:ph type="body"/>
          </p:nvPr>
        </p:nvSpPr>
        <p:spPr>
          <a:xfrm>
            <a:off x="913680" y="4650480"/>
            <a:ext cx="10351800" cy="1140120"/>
          </a:xfrm>
          <a:prstGeom prst="rect">
            <a:avLst/>
          </a:prstGeom>
          <a:noFill/>
          <a:ln w="0">
            <a:noFill/>
          </a:ln>
          <a:effectLst>
            <a:outerShdw dist="0" dir="0" blurRad="25560" rotWithShape="0">
              <a:srgbClr val="000000">
                <a:alpha val="46000"/>
              </a:srgbClr>
            </a:outerShdw>
          </a:effectLst>
        </p:spPr>
        <p:txBody>
          <a:bodyPr lIns="91440" tIns="45720" rIns="91440" bIns="45720" anchor="t">
            <a:noAutofit/>
          </a:bodyPr>
          <a:lstStyle>
            <a:lvl1pPr indent="0" algn="ctr" defTabSz="457200">
              <a:lnSpc>
                <a:spcPct val="100000"/>
              </a:lnSpc>
              <a:spcBef>
                <a:spcPts val="320"/>
              </a:spcBef>
              <a:spcAft>
                <a:spcPts val="601"/>
              </a:spcAft>
              <a:buNone/>
              <a:tabLst>
                <a:tab pos="0" algn="l"/>
              </a:tabLst>
              <a:defRPr lang="en-US" sz="1600" b="0" u="none" strike="noStrike">
                <a:solidFill>
                  <a:schemeClr val="lt2"/>
                </a:solidFill>
                <a:effectLst/>
                <a:uFillTx/>
                <a:latin typeface="Calisto MT"/>
              </a:defRPr>
            </a:lvl1pPr>
          </a:lstStyle>
          <a:p>
            <a:pPr indent="0" algn="ctr" defTabSz="457200">
              <a:lnSpc>
                <a:spcPct val="100000"/>
              </a:lnSpc>
              <a:spcBef>
                <a:spcPts val="320"/>
              </a:spcBef>
              <a:spcAft>
                <a:spcPts val="601"/>
              </a:spcAft>
              <a:buNone/>
              <a:tabLst>
                <a:tab pos="0" algn="l"/>
              </a:tabLst>
            </a:pPr>
            <a:r>
              <a:rPr lang="en-US" sz="1600" b="0" u="none" strike="noStrike">
                <a:solidFill>
                  <a:schemeClr val="lt2"/>
                </a:solidFill>
                <a:effectLst/>
                <a:uFillTx/>
                <a:latin typeface="Calisto MT"/>
              </a:rPr>
              <a:t>Edit Master text styles</a:t>
            </a:r>
            <a:endParaRPr lang="en-US" sz="1600" b="0" u="none" strike="noStrike">
              <a:solidFill>
                <a:schemeClr val="lt2"/>
              </a:solidFill>
              <a:effectLst/>
              <a:uFillTx/>
              <a:latin typeface="Calisto MT"/>
            </a:endParaRPr>
          </a:p>
        </p:txBody>
      </p:sp>
      <p:sp>
        <p:nvSpPr>
          <p:cNvPr id="28" name="PlaceHolder 3"/>
          <p:cNvSpPr>
            <a:spLocks noGrp="1"/>
          </p:cNvSpPr>
          <p:nvPr>
            <p:ph type="dt" idx="13"/>
          </p:nvPr>
        </p:nvSpPr>
        <p:spPr>
          <a:xfrm>
            <a:off x="7678800" y="5883120"/>
            <a:ext cx="2742840" cy="364680"/>
          </a:xfrm>
          <a:prstGeom prst="rect">
            <a:avLst/>
          </a:prstGeom>
          <a:noFill/>
          <a:ln w="0">
            <a:noFill/>
          </a:ln>
        </p:spPr>
        <p:txBody>
          <a:bodyPr lIns="91440" tIns="45720" rIns="91440" bIns="45720" anchor="ctr">
            <a:noAutofit/>
          </a:bodyPr>
          <a:lstStyle>
            <a:lvl1pPr indent="0" algn="r" defTabSz="457200">
              <a:lnSpc>
                <a:spcPct val="100000"/>
              </a:lnSpc>
              <a:buNone/>
              <a:defRPr lang="en-IN" sz="1000" b="0" u="none" strike="noStrike">
                <a:solidFill>
                  <a:schemeClr val="lt1">
                    <a:lumMod val="95000"/>
                  </a:schemeClr>
                </a:solidFill>
                <a:effectLst/>
                <a:uFillTx/>
                <a:latin typeface="Calisto MT"/>
              </a:defRPr>
            </a:lvl1pPr>
          </a:lstStyle>
          <a:p>
            <a:pPr indent="0" algn="r" defTabSz="457200">
              <a:lnSpc>
                <a:spcPct val="100000"/>
              </a:lnSpc>
              <a:buNone/>
            </a:pPr>
            <a:r>
              <a:rPr lang="en-IN" sz="1000" b="0" u="none" strike="noStrike">
                <a:solidFill>
                  <a:schemeClr val="lt1">
                    <a:lumMod val="95000"/>
                  </a:schemeClr>
                </a:solidFill>
                <a:effectLst/>
                <a:uFillTx/>
                <a:latin typeface="Calisto MT"/>
              </a:rPr>
              <a:t>&lt;date/time&gt;</a:t>
            </a:r>
            <a:endParaRPr lang="en-US" sz="1000" b="0" u="none" strike="noStrike">
              <a:solidFill>
                <a:srgbClr val="FFFFFF"/>
              </a:solidFill>
              <a:effectLst/>
              <a:uFillTx/>
              <a:latin typeface="Times New Roman"/>
            </a:endParaRPr>
          </a:p>
        </p:txBody>
      </p:sp>
      <p:sp>
        <p:nvSpPr>
          <p:cNvPr id="29" name="PlaceHolder 4"/>
          <p:cNvSpPr>
            <a:spLocks noGrp="1"/>
          </p:cNvSpPr>
          <p:nvPr>
            <p:ph type="ftr" idx="14"/>
          </p:nvPr>
        </p:nvSpPr>
        <p:spPr>
          <a:xfrm>
            <a:off x="913680" y="5883120"/>
            <a:ext cx="667260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FFFFFF"/>
                </a:solidFill>
                <a:effectLst/>
                <a:uFillTx/>
                <a:latin typeface="Times New Roman"/>
              </a:defRPr>
            </a:lvl1pPr>
          </a:lstStyle>
          <a:p>
            <a:pPr indent="0" algn="ctr">
              <a:buNone/>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30" name="PlaceHolder 5"/>
          <p:cNvSpPr>
            <a:spLocks noGrp="1"/>
          </p:cNvSpPr>
          <p:nvPr>
            <p:ph type="sldNum" idx="15"/>
          </p:nvPr>
        </p:nvSpPr>
        <p:spPr>
          <a:xfrm>
            <a:off x="10514160" y="5883120"/>
            <a:ext cx="753120" cy="364680"/>
          </a:xfrm>
          <a:prstGeom prst="rect">
            <a:avLst/>
          </a:prstGeom>
          <a:noFill/>
          <a:ln w="0">
            <a:noFill/>
          </a:ln>
        </p:spPr>
        <p:txBody>
          <a:bodyPr lIns="91440" tIns="45720" rIns="91440" bIns="45720" anchor="ctr">
            <a:noAutofit/>
          </a:bodyPr>
          <a:lstStyle>
            <a:lvl1pPr indent="0" algn="r" defTabSz="457200">
              <a:lnSpc>
                <a:spcPct val="100000"/>
              </a:lnSpc>
              <a:buNone/>
              <a:defRPr lang="en-IN" sz="1000" b="0" u="none" strike="noStrike">
                <a:solidFill>
                  <a:schemeClr val="lt1">
                    <a:lumMod val="95000"/>
                  </a:schemeClr>
                </a:solidFill>
                <a:effectLst/>
                <a:uFillTx/>
                <a:latin typeface="Calisto MT"/>
              </a:defRPr>
            </a:lvl1pPr>
          </a:lstStyle>
          <a:p>
            <a:pPr indent="0" algn="r" defTabSz="457200">
              <a:lnSpc>
                <a:spcPct val="100000"/>
              </a:lnSpc>
              <a:buNone/>
            </a:pPr>
            <a:fld id="{20D99096-177E-41D2-9AD0-454A90C4345B}" type="slidenum">
              <a:rPr lang="en-IN" sz="1000" b="0" u="none" strike="noStrike">
                <a:solidFill>
                  <a:schemeClr val="lt1">
                    <a:lumMod val="95000"/>
                  </a:schemeClr>
                </a:solidFill>
                <a:effectLst/>
                <a:uFillTx/>
                <a:latin typeface="Calisto MT"/>
              </a:rPr>
              <a:t>&lt;number&gt;</a:t>
            </a:fld>
            <a:endParaRPr lang="en-US" sz="1000" b="0" u="none" strike="noStrike">
              <a:solidFill>
                <a:srgbClr val="FFFFFF"/>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3 Column">
    <p:bg>
      <p:bgPr>
        <a:blipFill rotWithShape="0">
          <a:blip r:embed="rId2"/>
          <a:stretch/>
        </a:blipFill>
      </p:bgPr>
    </p:bg>
    <p:spTree>
      <p:nvGrpSpPr>
        <p:cNvPr id="1" name=""/>
        <p:cNvGrpSpPr/>
        <p:nvPr/>
      </p:nvGrpSpPr>
      <p:grpSpPr>
        <a:xfrm>
          <a:off x="0" y="0"/>
          <a:ext cx="0" cy="0"/>
          <a:chOff x="0" y="0"/>
          <a:chExt cx="0" cy="0"/>
        </a:xfrm>
      </p:grpSpPr>
      <p:sp>
        <p:nvSpPr>
          <p:cNvPr id="31" name="PlaceHolder 1"/>
          <p:cNvSpPr>
            <a:spLocks noGrp="1"/>
          </p:cNvSpPr>
          <p:nvPr>
            <p:ph type="title"/>
          </p:nvPr>
        </p:nvSpPr>
        <p:spPr>
          <a:xfrm>
            <a:off x="913680" y="609480"/>
            <a:ext cx="10353240" cy="970200"/>
          </a:xfrm>
          <a:prstGeom prst="rect">
            <a:avLst/>
          </a:prstGeom>
          <a:noFill/>
          <a:ln w="0">
            <a:noFill/>
          </a:ln>
          <a:effectLst>
            <a:outerShdw dist="0" dir="0" blurRad="25560" rotWithShape="0">
              <a:srgbClr val="000000">
                <a:alpha val="46000"/>
              </a:srgbClr>
            </a:outerShdw>
          </a:effectLst>
        </p:spPr>
        <p:txBody>
          <a:bodyPr lIns="91440" tIns="45720" rIns="91440" bIns="45720" anchor="ctr">
            <a:noAutofit/>
          </a:bodyPr>
          <a:lstStyle>
            <a:lvl1pPr indent="0" algn="ctr" defTabSz="457200">
              <a:lnSpc>
                <a:spcPct val="100000"/>
              </a:lnSpc>
              <a:buNone/>
              <a:defRPr lang="en-US" sz="4000" b="0" u="none" strike="noStrike">
                <a:solidFill>
                  <a:schemeClr val="lt2"/>
                </a:solidFill>
                <a:effectLst/>
                <a:uFillTx/>
                <a:latin typeface="Calisto MT"/>
              </a:defRPr>
            </a:lvl1pPr>
          </a:lstStyle>
          <a:p>
            <a:pPr indent="0" algn="ctr" defTabSz="457200">
              <a:lnSpc>
                <a:spcPct val="100000"/>
              </a:lnSpc>
              <a:buNone/>
            </a:pPr>
            <a:r>
              <a:rPr lang="en-US" sz="4000" b="0" u="none" strike="noStrike">
                <a:solidFill>
                  <a:schemeClr val="lt2"/>
                </a:solidFill>
                <a:effectLst/>
                <a:uFillTx/>
                <a:latin typeface="Calisto MT"/>
              </a:rPr>
              <a:t>Click to edit Master title style</a:t>
            </a:r>
            <a:endParaRPr lang="en-US" sz="4000" b="0" u="none" strike="noStrike">
              <a:solidFill>
                <a:schemeClr val="lt2"/>
              </a:solidFill>
              <a:effectLst/>
              <a:uFillTx/>
              <a:latin typeface="Calisto MT"/>
            </a:endParaRPr>
          </a:p>
        </p:txBody>
      </p:sp>
      <p:sp>
        <p:nvSpPr>
          <p:cNvPr id="32" name="PlaceHolder 2"/>
          <p:cNvSpPr>
            <a:spLocks noGrp="1"/>
          </p:cNvSpPr>
          <p:nvPr>
            <p:ph type="body"/>
          </p:nvPr>
        </p:nvSpPr>
        <p:spPr>
          <a:xfrm>
            <a:off x="913680" y="1886040"/>
            <a:ext cx="3300480" cy="576000"/>
          </a:xfrm>
          <a:prstGeom prst="rect">
            <a:avLst/>
          </a:prstGeom>
          <a:noFill/>
          <a:ln w="0">
            <a:noFill/>
          </a:ln>
          <a:effectLst>
            <a:outerShdw dist="0" dir="0" blurRad="25560" rotWithShape="0">
              <a:srgbClr val="000000">
                <a:alpha val="46000"/>
              </a:srgbClr>
            </a:outerShdw>
          </a:effectLst>
        </p:spPr>
        <p:txBody>
          <a:bodyPr lIns="91440" tIns="45720" rIns="91440" bIns="45720" anchor="b">
            <a:noAutofit/>
          </a:bodyPr>
          <a:lstStyle>
            <a:lvl1pPr indent="0" algn="ctr" defTabSz="457200">
              <a:lnSpc>
                <a:spcPct val="100000"/>
              </a:lnSpc>
              <a:spcBef>
                <a:spcPts val="479"/>
              </a:spcBef>
              <a:spcAft>
                <a:spcPts val="601"/>
              </a:spcAft>
              <a:buNone/>
              <a:tabLst>
                <a:tab pos="0" algn="l"/>
              </a:tabLst>
              <a:defRPr lang="en-US" sz="2400" b="0" u="none" strike="noStrike">
                <a:ln>
                  <a:solidFill>
                    <a:schemeClr val="dk1">
                      <a:lumMod val="75000"/>
                      <a:lumOff val="25000"/>
                      <a:alpha val="10000"/>
                    </a:schemeClr>
                  </a:solidFill>
                </a:ln>
                <a:solidFill>
                  <a:srgbClr val="FFFFFF"/>
                </a:solidFill>
                <a:effectLst/>
                <a:uFillTx/>
                <a:latin typeface="Calisto MT"/>
              </a:defRPr>
            </a:lvl1pPr>
          </a:lstStyle>
          <a:p>
            <a:pPr indent="0" algn="ctr" defTabSz="457200">
              <a:lnSpc>
                <a:spcPct val="100000"/>
              </a:lnSpc>
              <a:spcBef>
                <a:spcPts val="479"/>
              </a:spcBef>
              <a:spcAft>
                <a:spcPts val="601"/>
              </a:spcAft>
              <a:buNone/>
              <a:tabLst>
                <a:tab pos="0" algn="l"/>
              </a:tabLst>
            </a:pPr>
            <a:r>
              <a:rPr lang="en-US" sz="2400" b="0" u="none" strike="noStrike">
                <a:ln>
                  <a:solidFill>
                    <a:schemeClr val="dk1">
                      <a:lumMod val="75000"/>
                      <a:lumOff val="25000"/>
                      <a:alpha val="10000"/>
                    </a:schemeClr>
                  </a:solidFill>
                </a:ln>
                <a:solidFill>
                  <a:srgbClr val="FFFFFF"/>
                </a:solidFill>
                <a:effectLst/>
                <a:uFillTx/>
                <a:latin typeface="Calisto MT"/>
              </a:rPr>
              <a:t>Edit Master text styles</a:t>
            </a:r>
            <a:endParaRPr lang="en-US" sz="2400" b="0" u="none" strike="noStrike">
              <a:solidFill>
                <a:schemeClr val="lt2"/>
              </a:solidFill>
              <a:effectLst/>
              <a:uFillTx/>
              <a:latin typeface="Calisto MT"/>
            </a:endParaRPr>
          </a:p>
        </p:txBody>
      </p:sp>
      <p:sp>
        <p:nvSpPr>
          <p:cNvPr id="33" name="PlaceHolder 3"/>
          <p:cNvSpPr>
            <a:spLocks noGrp="1"/>
          </p:cNvSpPr>
          <p:nvPr>
            <p:ph type="body"/>
          </p:nvPr>
        </p:nvSpPr>
        <p:spPr>
          <a:xfrm>
            <a:off x="913680" y="2571840"/>
            <a:ext cx="3300480" cy="3219120"/>
          </a:xfrm>
          <a:prstGeom prst="rect">
            <a:avLst/>
          </a:prstGeom>
          <a:noFill/>
          <a:ln w="0">
            <a:noFill/>
          </a:ln>
          <a:effectLst>
            <a:outerShdw dist="0" dir="0" blurRad="25560" rotWithShape="0">
              <a:srgbClr val="000000">
                <a:alpha val="46000"/>
              </a:srgbClr>
            </a:outerShdw>
          </a:effectLst>
        </p:spPr>
        <p:txBody>
          <a:bodyPr lIns="91440" tIns="45720" rIns="91440" bIns="45720" anchor="t">
            <a:normAutofit/>
          </a:bodyPr>
          <a:lstStyle>
            <a:lvl1pPr indent="0" algn="ctr" defTabSz="457200">
              <a:lnSpc>
                <a:spcPct val="100000"/>
              </a:lnSpc>
              <a:spcBef>
                <a:spcPts val="281"/>
              </a:spcBef>
              <a:spcAft>
                <a:spcPts val="601"/>
              </a:spcAft>
              <a:buNone/>
              <a:tabLst>
                <a:tab pos="0" algn="l"/>
              </a:tabLst>
              <a:defRPr lang="en-US" sz="1400" b="0" u="none" strike="noStrike">
                <a:solidFill>
                  <a:schemeClr val="lt2"/>
                </a:solidFill>
                <a:effectLst/>
                <a:uFillTx/>
                <a:latin typeface="Calisto MT"/>
              </a:defRPr>
            </a:lvl1pPr>
          </a:lstStyle>
          <a:p>
            <a:pPr indent="0" algn="ctr" defTabSz="457200">
              <a:lnSpc>
                <a:spcPct val="100000"/>
              </a:lnSpc>
              <a:spcBef>
                <a:spcPts val="281"/>
              </a:spcBef>
              <a:spcAft>
                <a:spcPts val="601"/>
              </a:spcAft>
              <a:buNone/>
              <a:tabLst>
                <a:tab pos="0" algn="l"/>
              </a:tabLst>
            </a:pPr>
            <a:r>
              <a:rPr lang="en-US" sz="1400" b="0" u="none" strike="noStrike">
                <a:solidFill>
                  <a:schemeClr val="lt2"/>
                </a:solidFill>
                <a:effectLst/>
                <a:uFillTx/>
                <a:latin typeface="Calisto MT"/>
              </a:rPr>
              <a:t>Edit Master text styles</a:t>
            </a:r>
            <a:endParaRPr lang="en-US" sz="1400" b="0" u="none" strike="noStrike">
              <a:solidFill>
                <a:schemeClr val="lt2"/>
              </a:solidFill>
              <a:effectLst/>
              <a:uFillTx/>
              <a:latin typeface="Calisto MT"/>
            </a:endParaRPr>
          </a:p>
        </p:txBody>
      </p:sp>
      <p:sp>
        <p:nvSpPr>
          <p:cNvPr id="34" name="PlaceHolder 4"/>
          <p:cNvSpPr>
            <a:spLocks noGrp="1"/>
          </p:cNvSpPr>
          <p:nvPr>
            <p:ph type="body"/>
          </p:nvPr>
        </p:nvSpPr>
        <p:spPr>
          <a:xfrm>
            <a:off x="4446720" y="1886040"/>
            <a:ext cx="3300480" cy="576000"/>
          </a:xfrm>
          <a:prstGeom prst="rect">
            <a:avLst/>
          </a:prstGeom>
          <a:noFill/>
          <a:ln w="0">
            <a:noFill/>
          </a:ln>
          <a:effectLst>
            <a:outerShdw dist="0" dir="0" blurRad="25560" rotWithShape="0">
              <a:srgbClr val="000000">
                <a:alpha val="46000"/>
              </a:srgbClr>
            </a:outerShdw>
          </a:effectLst>
        </p:spPr>
        <p:txBody>
          <a:bodyPr lIns="91440" tIns="45720" rIns="91440" bIns="45720" anchor="b">
            <a:noAutofit/>
          </a:bodyPr>
          <a:lstStyle>
            <a:lvl1pPr indent="0" algn="ctr" defTabSz="457200">
              <a:lnSpc>
                <a:spcPct val="100000"/>
              </a:lnSpc>
              <a:spcBef>
                <a:spcPts val="479"/>
              </a:spcBef>
              <a:spcAft>
                <a:spcPts val="601"/>
              </a:spcAft>
              <a:buNone/>
              <a:tabLst>
                <a:tab pos="0" algn="l"/>
              </a:tabLst>
              <a:defRPr lang="en-US" sz="2400" b="0" u="none" strike="noStrike">
                <a:ln>
                  <a:solidFill>
                    <a:schemeClr val="dk1">
                      <a:lumMod val="75000"/>
                      <a:lumOff val="25000"/>
                      <a:alpha val="10000"/>
                    </a:schemeClr>
                  </a:solidFill>
                </a:ln>
                <a:solidFill>
                  <a:srgbClr val="FFFFFF"/>
                </a:solidFill>
                <a:effectLst/>
                <a:uFillTx/>
                <a:latin typeface="Calisto MT"/>
              </a:defRPr>
            </a:lvl1pPr>
          </a:lstStyle>
          <a:p>
            <a:pPr indent="0" algn="ctr" defTabSz="457200">
              <a:lnSpc>
                <a:spcPct val="100000"/>
              </a:lnSpc>
              <a:spcBef>
                <a:spcPts val="479"/>
              </a:spcBef>
              <a:spcAft>
                <a:spcPts val="601"/>
              </a:spcAft>
              <a:buNone/>
              <a:tabLst>
                <a:tab pos="0" algn="l"/>
              </a:tabLst>
            </a:pPr>
            <a:r>
              <a:rPr lang="en-US" sz="2400" b="0" u="none" strike="noStrike">
                <a:ln>
                  <a:solidFill>
                    <a:schemeClr val="dk1">
                      <a:lumMod val="75000"/>
                      <a:lumOff val="25000"/>
                      <a:alpha val="10000"/>
                    </a:schemeClr>
                  </a:solidFill>
                </a:ln>
                <a:solidFill>
                  <a:srgbClr val="FFFFFF"/>
                </a:solidFill>
                <a:effectLst/>
                <a:uFillTx/>
                <a:latin typeface="Calisto MT"/>
              </a:rPr>
              <a:t>Edit Master text styles</a:t>
            </a:r>
            <a:endParaRPr lang="en-US" sz="2400" b="0" u="none" strike="noStrike">
              <a:solidFill>
                <a:schemeClr val="lt2"/>
              </a:solidFill>
              <a:effectLst/>
              <a:uFillTx/>
              <a:latin typeface="Calisto MT"/>
            </a:endParaRPr>
          </a:p>
        </p:txBody>
      </p:sp>
      <p:sp>
        <p:nvSpPr>
          <p:cNvPr id="35" name="PlaceHolder 5"/>
          <p:cNvSpPr>
            <a:spLocks noGrp="1"/>
          </p:cNvSpPr>
          <p:nvPr>
            <p:ph type="body"/>
          </p:nvPr>
        </p:nvSpPr>
        <p:spPr>
          <a:xfrm>
            <a:off x="4441320" y="2571840"/>
            <a:ext cx="3300480" cy="3219120"/>
          </a:xfrm>
          <a:prstGeom prst="rect">
            <a:avLst/>
          </a:prstGeom>
          <a:noFill/>
          <a:ln w="0">
            <a:noFill/>
          </a:ln>
          <a:effectLst>
            <a:outerShdw dist="0" dir="0" blurRad="25560" rotWithShape="0">
              <a:srgbClr val="000000">
                <a:alpha val="46000"/>
              </a:srgbClr>
            </a:outerShdw>
          </a:effectLst>
        </p:spPr>
        <p:txBody>
          <a:bodyPr lIns="91440" tIns="45720" rIns="91440" bIns="45720" anchor="t">
            <a:normAutofit/>
          </a:bodyPr>
          <a:lstStyle>
            <a:lvl1pPr indent="0" algn="ctr" defTabSz="457200">
              <a:lnSpc>
                <a:spcPct val="100000"/>
              </a:lnSpc>
              <a:spcBef>
                <a:spcPts val="281"/>
              </a:spcBef>
              <a:spcAft>
                <a:spcPts val="601"/>
              </a:spcAft>
              <a:buNone/>
              <a:tabLst>
                <a:tab pos="0" algn="l"/>
              </a:tabLst>
              <a:defRPr lang="en-US" sz="1400" b="0" u="none" strike="noStrike">
                <a:solidFill>
                  <a:schemeClr val="lt2"/>
                </a:solidFill>
                <a:effectLst/>
                <a:uFillTx/>
                <a:latin typeface="Calisto MT"/>
              </a:defRPr>
            </a:lvl1pPr>
          </a:lstStyle>
          <a:p>
            <a:pPr indent="0" algn="ctr" defTabSz="457200">
              <a:lnSpc>
                <a:spcPct val="100000"/>
              </a:lnSpc>
              <a:spcBef>
                <a:spcPts val="281"/>
              </a:spcBef>
              <a:spcAft>
                <a:spcPts val="601"/>
              </a:spcAft>
              <a:buNone/>
              <a:tabLst>
                <a:tab pos="0" algn="l"/>
              </a:tabLst>
            </a:pPr>
            <a:r>
              <a:rPr lang="en-US" sz="1400" b="0" u="none" strike="noStrike">
                <a:solidFill>
                  <a:schemeClr val="lt2"/>
                </a:solidFill>
                <a:effectLst/>
                <a:uFillTx/>
                <a:latin typeface="Calisto MT"/>
              </a:rPr>
              <a:t>Edit Master text styles</a:t>
            </a:r>
            <a:endParaRPr lang="en-US" sz="1400" b="0" u="none" strike="noStrike">
              <a:solidFill>
                <a:schemeClr val="lt2"/>
              </a:solidFill>
              <a:effectLst/>
              <a:uFillTx/>
              <a:latin typeface="Calisto MT"/>
            </a:endParaRPr>
          </a:p>
        </p:txBody>
      </p:sp>
      <p:sp>
        <p:nvSpPr>
          <p:cNvPr id="36" name="PlaceHolder 6"/>
          <p:cNvSpPr>
            <a:spLocks noGrp="1"/>
          </p:cNvSpPr>
          <p:nvPr>
            <p:ph type="body"/>
          </p:nvPr>
        </p:nvSpPr>
        <p:spPr>
          <a:xfrm>
            <a:off x="7966440" y="1886040"/>
            <a:ext cx="3300480" cy="576000"/>
          </a:xfrm>
          <a:prstGeom prst="rect">
            <a:avLst/>
          </a:prstGeom>
          <a:noFill/>
          <a:ln w="0">
            <a:noFill/>
          </a:ln>
          <a:effectLst>
            <a:outerShdw dist="0" dir="0" blurRad="25560" rotWithShape="0">
              <a:srgbClr val="000000">
                <a:alpha val="46000"/>
              </a:srgbClr>
            </a:outerShdw>
          </a:effectLst>
        </p:spPr>
        <p:txBody>
          <a:bodyPr lIns="91440" tIns="45720" rIns="91440" bIns="45720" anchor="b">
            <a:noAutofit/>
          </a:bodyPr>
          <a:lstStyle>
            <a:lvl1pPr indent="0" algn="ctr" defTabSz="457200">
              <a:lnSpc>
                <a:spcPct val="100000"/>
              </a:lnSpc>
              <a:spcBef>
                <a:spcPts val="479"/>
              </a:spcBef>
              <a:spcAft>
                <a:spcPts val="601"/>
              </a:spcAft>
              <a:buNone/>
              <a:tabLst>
                <a:tab pos="0" algn="l"/>
              </a:tabLst>
              <a:defRPr lang="en-US" sz="2400" b="0" u="none" strike="noStrike">
                <a:ln>
                  <a:solidFill>
                    <a:schemeClr val="dk1">
                      <a:lumMod val="75000"/>
                      <a:lumOff val="25000"/>
                      <a:alpha val="10000"/>
                    </a:schemeClr>
                  </a:solidFill>
                </a:ln>
                <a:solidFill>
                  <a:srgbClr val="FFFFFF"/>
                </a:solidFill>
                <a:effectLst/>
                <a:uFillTx/>
                <a:latin typeface="Calisto MT"/>
              </a:defRPr>
            </a:lvl1pPr>
          </a:lstStyle>
          <a:p>
            <a:pPr indent="0" algn="ctr" defTabSz="457200">
              <a:lnSpc>
                <a:spcPct val="100000"/>
              </a:lnSpc>
              <a:spcBef>
                <a:spcPts val="479"/>
              </a:spcBef>
              <a:spcAft>
                <a:spcPts val="601"/>
              </a:spcAft>
              <a:buNone/>
              <a:tabLst>
                <a:tab pos="0" algn="l"/>
              </a:tabLst>
            </a:pPr>
            <a:r>
              <a:rPr lang="en-US" sz="2400" b="0" u="none" strike="noStrike">
                <a:ln>
                  <a:solidFill>
                    <a:schemeClr val="dk1">
                      <a:lumMod val="75000"/>
                      <a:lumOff val="25000"/>
                      <a:alpha val="10000"/>
                    </a:schemeClr>
                  </a:solidFill>
                </a:ln>
                <a:solidFill>
                  <a:srgbClr val="FFFFFF"/>
                </a:solidFill>
                <a:effectLst/>
                <a:uFillTx/>
                <a:latin typeface="Calisto MT"/>
              </a:rPr>
              <a:t>Edit Master text styles</a:t>
            </a:r>
            <a:endParaRPr lang="en-US" sz="2400" b="0" u="none" strike="noStrike">
              <a:solidFill>
                <a:schemeClr val="lt2"/>
              </a:solidFill>
              <a:effectLst/>
              <a:uFillTx/>
              <a:latin typeface="Calisto MT"/>
            </a:endParaRPr>
          </a:p>
        </p:txBody>
      </p:sp>
      <p:sp>
        <p:nvSpPr>
          <p:cNvPr id="37" name="PlaceHolder 7"/>
          <p:cNvSpPr>
            <a:spLocks noGrp="1"/>
          </p:cNvSpPr>
          <p:nvPr>
            <p:ph type="body"/>
          </p:nvPr>
        </p:nvSpPr>
        <p:spPr>
          <a:xfrm>
            <a:off x="7966440" y="2571840"/>
            <a:ext cx="3300480" cy="3219120"/>
          </a:xfrm>
          <a:prstGeom prst="rect">
            <a:avLst/>
          </a:prstGeom>
          <a:noFill/>
          <a:ln w="0">
            <a:noFill/>
          </a:ln>
          <a:effectLst>
            <a:outerShdw dist="0" dir="0" blurRad="25560" rotWithShape="0">
              <a:srgbClr val="000000">
                <a:alpha val="46000"/>
              </a:srgbClr>
            </a:outerShdw>
          </a:effectLst>
        </p:spPr>
        <p:txBody>
          <a:bodyPr lIns="91440" tIns="45720" rIns="91440" bIns="45720" anchor="t">
            <a:normAutofit/>
          </a:bodyPr>
          <a:lstStyle>
            <a:lvl1pPr indent="0" algn="ctr" defTabSz="457200">
              <a:lnSpc>
                <a:spcPct val="100000"/>
              </a:lnSpc>
              <a:spcBef>
                <a:spcPts val="281"/>
              </a:spcBef>
              <a:spcAft>
                <a:spcPts val="601"/>
              </a:spcAft>
              <a:buNone/>
              <a:tabLst>
                <a:tab pos="0" algn="l"/>
              </a:tabLst>
              <a:defRPr lang="en-US" sz="1400" b="0" u="none" strike="noStrike">
                <a:solidFill>
                  <a:schemeClr val="lt2"/>
                </a:solidFill>
                <a:effectLst/>
                <a:uFillTx/>
                <a:latin typeface="Calisto MT"/>
              </a:defRPr>
            </a:lvl1pPr>
          </a:lstStyle>
          <a:p>
            <a:pPr indent="0" algn="ctr" defTabSz="457200">
              <a:lnSpc>
                <a:spcPct val="100000"/>
              </a:lnSpc>
              <a:spcBef>
                <a:spcPts val="281"/>
              </a:spcBef>
              <a:spcAft>
                <a:spcPts val="601"/>
              </a:spcAft>
              <a:buNone/>
              <a:tabLst>
                <a:tab pos="0" algn="l"/>
              </a:tabLst>
            </a:pPr>
            <a:r>
              <a:rPr lang="en-US" sz="1400" b="0" u="none" strike="noStrike">
                <a:solidFill>
                  <a:schemeClr val="lt2"/>
                </a:solidFill>
                <a:effectLst/>
                <a:uFillTx/>
                <a:latin typeface="Calisto MT"/>
              </a:rPr>
              <a:t>Edit Master text styles</a:t>
            </a:r>
            <a:endParaRPr lang="en-US" sz="1400" b="0" u="none" strike="noStrike">
              <a:solidFill>
                <a:schemeClr val="lt2"/>
              </a:solidFill>
              <a:effectLst/>
              <a:uFillTx/>
              <a:latin typeface="Calisto MT"/>
            </a:endParaRPr>
          </a:p>
        </p:txBody>
      </p:sp>
      <p:sp>
        <p:nvSpPr>
          <p:cNvPr id="38" name="PlaceHolder 8"/>
          <p:cNvSpPr>
            <a:spLocks noGrp="1"/>
          </p:cNvSpPr>
          <p:nvPr>
            <p:ph type="dt" idx="16"/>
          </p:nvPr>
        </p:nvSpPr>
        <p:spPr>
          <a:xfrm>
            <a:off x="7678800" y="5883120"/>
            <a:ext cx="2742840" cy="364680"/>
          </a:xfrm>
          <a:prstGeom prst="rect">
            <a:avLst/>
          </a:prstGeom>
          <a:noFill/>
          <a:ln w="0">
            <a:noFill/>
          </a:ln>
        </p:spPr>
        <p:txBody>
          <a:bodyPr lIns="91440" tIns="45720" rIns="91440" bIns="45720" anchor="ctr">
            <a:noAutofit/>
          </a:bodyPr>
          <a:lstStyle>
            <a:lvl1pPr indent="0" algn="r" defTabSz="457200">
              <a:lnSpc>
                <a:spcPct val="100000"/>
              </a:lnSpc>
              <a:buNone/>
              <a:defRPr lang="en-IN" sz="1000" b="0" u="none" strike="noStrike">
                <a:solidFill>
                  <a:schemeClr val="lt1">
                    <a:lumMod val="95000"/>
                  </a:schemeClr>
                </a:solidFill>
                <a:effectLst/>
                <a:uFillTx/>
                <a:latin typeface="Calisto MT"/>
              </a:defRPr>
            </a:lvl1pPr>
          </a:lstStyle>
          <a:p>
            <a:pPr indent="0" algn="r" defTabSz="457200">
              <a:lnSpc>
                <a:spcPct val="100000"/>
              </a:lnSpc>
              <a:buNone/>
            </a:pPr>
            <a:r>
              <a:rPr lang="en-IN" sz="1000" b="0" u="none" strike="noStrike">
                <a:solidFill>
                  <a:schemeClr val="lt1">
                    <a:lumMod val="95000"/>
                  </a:schemeClr>
                </a:solidFill>
                <a:effectLst/>
                <a:uFillTx/>
                <a:latin typeface="Calisto MT"/>
              </a:rPr>
              <a:t>&lt;date/time&gt;</a:t>
            </a:r>
            <a:endParaRPr lang="en-US" sz="1000" b="0" u="none" strike="noStrike">
              <a:solidFill>
                <a:srgbClr val="FFFFFF"/>
              </a:solidFill>
              <a:effectLst/>
              <a:uFillTx/>
              <a:latin typeface="Times New Roman"/>
            </a:endParaRPr>
          </a:p>
        </p:txBody>
      </p:sp>
      <p:sp>
        <p:nvSpPr>
          <p:cNvPr id="39" name="PlaceHolder 9"/>
          <p:cNvSpPr>
            <a:spLocks noGrp="1"/>
          </p:cNvSpPr>
          <p:nvPr>
            <p:ph type="ftr" idx="17"/>
          </p:nvPr>
        </p:nvSpPr>
        <p:spPr>
          <a:xfrm>
            <a:off x="913680" y="5883120"/>
            <a:ext cx="667260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FFFFFF"/>
                </a:solidFill>
                <a:effectLst/>
                <a:uFillTx/>
                <a:latin typeface="Times New Roman"/>
              </a:defRPr>
            </a:lvl1pPr>
          </a:lstStyle>
          <a:p>
            <a:pPr indent="0" algn="ctr">
              <a:buNone/>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40" name="PlaceHolder 10"/>
          <p:cNvSpPr>
            <a:spLocks noGrp="1"/>
          </p:cNvSpPr>
          <p:nvPr>
            <p:ph type="sldNum" idx="18"/>
          </p:nvPr>
        </p:nvSpPr>
        <p:spPr>
          <a:xfrm>
            <a:off x="10514160" y="5883120"/>
            <a:ext cx="753120" cy="364680"/>
          </a:xfrm>
          <a:prstGeom prst="rect">
            <a:avLst/>
          </a:prstGeom>
          <a:noFill/>
          <a:ln w="0">
            <a:noFill/>
          </a:ln>
        </p:spPr>
        <p:txBody>
          <a:bodyPr lIns="91440" tIns="45720" rIns="91440" bIns="45720" anchor="ctr">
            <a:noAutofit/>
          </a:bodyPr>
          <a:lstStyle>
            <a:lvl1pPr indent="0" algn="r" defTabSz="457200">
              <a:lnSpc>
                <a:spcPct val="100000"/>
              </a:lnSpc>
              <a:buNone/>
              <a:defRPr lang="en-IN" sz="1000" b="0" u="none" strike="noStrike">
                <a:solidFill>
                  <a:schemeClr val="lt1">
                    <a:lumMod val="95000"/>
                  </a:schemeClr>
                </a:solidFill>
                <a:effectLst/>
                <a:uFillTx/>
                <a:latin typeface="Calisto MT"/>
              </a:defRPr>
            </a:lvl1pPr>
          </a:lstStyle>
          <a:p>
            <a:pPr indent="0" algn="r" defTabSz="457200">
              <a:lnSpc>
                <a:spcPct val="100000"/>
              </a:lnSpc>
              <a:buNone/>
            </a:pPr>
            <a:fld id="{6FB0A0B5-8651-455E-8385-F02543FF145F}" type="slidenum">
              <a:rPr lang="en-IN" sz="1000" b="0" u="none" strike="noStrike">
                <a:solidFill>
                  <a:schemeClr val="lt1">
                    <a:lumMod val="95000"/>
                  </a:schemeClr>
                </a:solidFill>
                <a:effectLst/>
                <a:uFillTx/>
                <a:latin typeface="Calisto MT"/>
              </a:rPr>
              <a:t>&lt;number&gt;</a:t>
            </a:fld>
            <a:endParaRPr lang="en-US" sz="1000" b="0" u="none" strike="noStrike">
              <a:solidFill>
                <a:srgbClr val="FFFFFF"/>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3 Picture Column">
    <p:bg>
      <p:bgPr>
        <a:blipFill rotWithShape="0">
          <a:blip r:embed="rId2"/>
          <a:stretch/>
        </a:blipFill>
      </p:bgPr>
    </p:bg>
    <p:spTree>
      <p:nvGrpSpPr>
        <p:cNvPr id="1" name=""/>
        <p:cNvGrpSpPr/>
        <p:nvPr/>
      </p:nvGrpSpPr>
      <p:grpSpPr>
        <a:xfrm>
          <a:off x="0" y="0"/>
          <a:ext cx="0" cy="0"/>
          <a:chOff x="0" y="0"/>
          <a:chExt cx="0" cy="0"/>
        </a:xfrm>
      </p:grpSpPr>
      <p:pic>
        <p:nvPicPr>
          <p:cNvPr id="41" name="Picture 1" descr="Slate-V2-HD-3colPhotoInset.png"/>
          <p:cNvPicPr/>
          <p:nvPr/>
        </p:nvPicPr>
        <p:blipFill>
          <a:blip r:embed="rId3"/>
          <a:stretch/>
        </p:blipFill>
        <p:spPr>
          <a:xfrm>
            <a:off x="897840" y="1818360"/>
            <a:ext cx="3339720" cy="1847520"/>
          </a:xfrm>
          <a:prstGeom prst="rect">
            <a:avLst/>
          </a:prstGeom>
          <a:noFill/>
          <a:ln w="0">
            <a:noFill/>
          </a:ln>
        </p:spPr>
      </p:pic>
      <p:pic>
        <p:nvPicPr>
          <p:cNvPr id="42" name="Picture 35" descr="Slate-V2-HD-3colPhotoInset.png"/>
          <p:cNvPicPr/>
          <p:nvPr/>
        </p:nvPicPr>
        <p:blipFill>
          <a:blip r:embed="rId4"/>
          <a:stretch/>
        </p:blipFill>
        <p:spPr>
          <a:xfrm>
            <a:off x="4403880" y="1818360"/>
            <a:ext cx="3339720" cy="1847520"/>
          </a:xfrm>
          <a:prstGeom prst="rect">
            <a:avLst/>
          </a:prstGeom>
          <a:noFill/>
          <a:ln w="0">
            <a:noFill/>
          </a:ln>
        </p:spPr>
      </p:pic>
      <p:pic>
        <p:nvPicPr>
          <p:cNvPr id="43" name="Picture 36" descr="Slate-V2-HD-3colPhotoInset.png"/>
          <p:cNvPicPr/>
          <p:nvPr/>
        </p:nvPicPr>
        <p:blipFill>
          <a:blip r:embed="rId5"/>
          <a:stretch/>
        </p:blipFill>
        <p:spPr>
          <a:xfrm>
            <a:off x="7936200" y="1818360"/>
            <a:ext cx="3339720" cy="1847520"/>
          </a:xfrm>
          <a:prstGeom prst="rect">
            <a:avLst/>
          </a:prstGeom>
          <a:noFill/>
          <a:ln w="0">
            <a:noFill/>
          </a:ln>
        </p:spPr>
      </p:pic>
      <p:sp>
        <p:nvSpPr>
          <p:cNvPr id="44" name="PlaceHolder 1"/>
          <p:cNvSpPr>
            <a:spLocks noGrp="1"/>
          </p:cNvSpPr>
          <p:nvPr>
            <p:ph type="title"/>
          </p:nvPr>
        </p:nvSpPr>
        <p:spPr>
          <a:xfrm>
            <a:off x="913680" y="609480"/>
            <a:ext cx="10353240" cy="970200"/>
          </a:xfrm>
          <a:prstGeom prst="rect">
            <a:avLst/>
          </a:prstGeom>
          <a:noFill/>
          <a:ln w="0">
            <a:noFill/>
          </a:ln>
          <a:effectLst>
            <a:outerShdw dist="0" dir="0" blurRad="25560" rotWithShape="0">
              <a:srgbClr val="000000">
                <a:alpha val="46000"/>
              </a:srgbClr>
            </a:outerShdw>
          </a:effectLst>
        </p:spPr>
        <p:txBody>
          <a:bodyPr lIns="91440" tIns="45720" rIns="91440" bIns="45720" anchor="ctr">
            <a:noAutofit/>
          </a:bodyPr>
          <a:lstStyle>
            <a:lvl1pPr indent="0" algn="ctr" defTabSz="457200">
              <a:lnSpc>
                <a:spcPct val="100000"/>
              </a:lnSpc>
              <a:buNone/>
              <a:defRPr lang="en-US" sz="4000" b="0" u="none" strike="noStrike">
                <a:solidFill>
                  <a:schemeClr val="lt2"/>
                </a:solidFill>
                <a:effectLst/>
                <a:uFillTx/>
                <a:latin typeface="Calisto MT"/>
              </a:defRPr>
            </a:lvl1pPr>
          </a:lstStyle>
          <a:p>
            <a:pPr indent="0" algn="ctr" defTabSz="457200">
              <a:lnSpc>
                <a:spcPct val="100000"/>
              </a:lnSpc>
              <a:buNone/>
            </a:pPr>
            <a:r>
              <a:rPr lang="en-US" sz="4000" b="0" u="none" strike="noStrike">
                <a:solidFill>
                  <a:schemeClr val="lt2"/>
                </a:solidFill>
                <a:effectLst/>
                <a:uFillTx/>
                <a:latin typeface="Calisto MT"/>
              </a:rPr>
              <a:t>Click to edit Master title style</a:t>
            </a:r>
            <a:endParaRPr lang="en-US" sz="4000" b="0" u="none" strike="noStrike">
              <a:solidFill>
                <a:schemeClr val="lt2"/>
              </a:solidFill>
              <a:effectLst/>
              <a:uFillTx/>
              <a:latin typeface="Calisto MT"/>
            </a:endParaRPr>
          </a:p>
        </p:txBody>
      </p:sp>
      <p:sp>
        <p:nvSpPr>
          <p:cNvPr id="45" name="PlaceHolder 2"/>
          <p:cNvSpPr>
            <a:spLocks noGrp="1"/>
          </p:cNvSpPr>
          <p:nvPr>
            <p:ph type="body"/>
          </p:nvPr>
        </p:nvSpPr>
        <p:spPr>
          <a:xfrm>
            <a:off x="913680" y="3904200"/>
            <a:ext cx="3300480" cy="576000"/>
          </a:xfrm>
          <a:prstGeom prst="rect">
            <a:avLst/>
          </a:prstGeom>
          <a:noFill/>
          <a:ln w="0">
            <a:noFill/>
          </a:ln>
          <a:effectLst>
            <a:outerShdw dist="0" dir="0" blurRad="25560" rotWithShape="0">
              <a:srgbClr val="000000">
                <a:alpha val="46000"/>
              </a:srgbClr>
            </a:outerShdw>
          </a:effectLst>
        </p:spPr>
        <p:txBody>
          <a:bodyPr lIns="91440" tIns="45720" rIns="91440" bIns="45720" anchor="b">
            <a:noAutofit/>
          </a:bodyPr>
          <a:lstStyle>
            <a:lvl1pPr indent="0" algn="ctr" defTabSz="457200">
              <a:lnSpc>
                <a:spcPct val="100000"/>
              </a:lnSpc>
              <a:spcBef>
                <a:spcPts val="400"/>
              </a:spcBef>
              <a:spcAft>
                <a:spcPts val="601"/>
              </a:spcAft>
              <a:buNone/>
              <a:tabLst>
                <a:tab pos="0" algn="l"/>
              </a:tabLst>
              <a:defRPr lang="en-US" sz="2000" b="0" u="none" strike="noStrike">
                <a:ln>
                  <a:solidFill>
                    <a:schemeClr val="dk1">
                      <a:lumMod val="75000"/>
                      <a:lumOff val="25000"/>
                      <a:alpha val="10000"/>
                    </a:schemeClr>
                  </a:solidFill>
                </a:ln>
                <a:solidFill>
                  <a:srgbClr val="FFFFFF"/>
                </a:solidFill>
                <a:effectLst/>
                <a:uFillTx/>
                <a:latin typeface="Calisto MT"/>
              </a:defRPr>
            </a:lvl1pPr>
          </a:lstStyle>
          <a:p>
            <a:pPr indent="0" algn="ctr" defTabSz="457200">
              <a:lnSpc>
                <a:spcPct val="100000"/>
              </a:lnSpc>
              <a:spcBef>
                <a:spcPts val="400"/>
              </a:spcBef>
              <a:spcAft>
                <a:spcPts val="601"/>
              </a:spcAft>
              <a:buNone/>
              <a:tabLst>
                <a:tab pos="0" algn="l"/>
              </a:tabLst>
            </a:pPr>
            <a:r>
              <a:rPr lang="en-US" sz="2000" b="0" u="none" strike="noStrike">
                <a:ln>
                  <a:solidFill>
                    <a:schemeClr val="dk1">
                      <a:lumMod val="75000"/>
                      <a:lumOff val="25000"/>
                      <a:alpha val="10000"/>
                    </a:schemeClr>
                  </a:solidFill>
                </a:ln>
                <a:solidFill>
                  <a:srgbClr val="FFFFFF"/>
                </a:solidFill>
                <a:effectLst/>
                <a:uFillTx/>
                <a:latin typeface="Calisto MT"/>
              </a:rPr>
              <a:t>Edit Master text styles</a:t>
            </a:r>
            <a:endParaRPr lang="en-US" sz="2000" b="0" u="none" strike="noStrike">
              <a:solidFill>
                <a:schemeClr val="lt2"/>
              </a:solidFill>
              <a:effectLst/>
              <a:uFillTx/>
              <a:latin typeface="Calisto MT"/>
            </a:endParaRPr>
          </a:p>
        </p:txBody>
      </p:sp>
      <p:sp>
        <p:nvSpPr>
          <p:cNvPr id="46" name="PlaceHolder 3"/>
          <p:cNvSpPr>
            <a:spLocks noGrp="1"/>
          </p:cNvSpPr>
          <p:nvPr>
            <p:ph type="body"/>
          </p:nvPr>
        </p:nvSpPr>
        <p:spPr>
          <a:xfrm>
            <a:off x="1018080" y="1938960"/>
            <a:ext cx="3092040" cy="1602720"/>
          </a:xfrm>
          <a:prstGeom prst="rect">
            <a:avLst/>
          </a:prstGeom>
          <a:noFill/>
          <a:ln w="0">
            <a:noFill/>
          </a:ln>
          <a:effectLst>
            <a:outerShdw dist="25417" dir="4463340" blurRad="38160" rotWithShape="0">
              <a:srgbClr val="000000">
                <a:alpha val="36000"/>
              </a:srgbClr>
            </a:outerShdw>
          </a:effectLst>
        </p:spPr>
        <p:txBody>
          <a:bodyPr lIns="90000" tIns="45000" rIns="90000" bIns="45000" anchor="t">
            <a:normAutofit/>
          </a:bodyPr>
          <a:lstStyle>
            <a:lvl1pPr indent="0" algn="ctr" defTabSz="457200">
              <a:lnSpc>
                <a:spcPct val="100000"/>
              </a:lnSpc>
              <a:buNone/>
              <a:tabLst>
                <a:tab pos="0" algn="l"/>
              </a:tabLst>
              <a:defRPr lang="en-US" sz="1600" b="0" u="none" strike="noStrike">
                <a:solidFill>
                  <a:schemeClr val="lt1"/>
                </a:solidFill>
                <a:effectLst/>
                <a:uFillTx/>
                <a:latin typeface="Calisto MT"/>
              </a:defRPr>
            </a:lvl1pPr>
          </a:lstStyle>
          <a:p>
            <a:pPr indent="0" algn="ctr" defTabSz="457200">
              <a:lnSpc>
                <a:spcPct val="100000"/>
              </a:lnSpc>
              <a:buNone/>
              <a:tabLst>
                <a:tab pos="0" algn="l"/>
              </a:tabLst>
            </a:pPr>
            <a:r>
              <a:rPr lang="en-US" sz="1600" b="0" u="none" strike="noStrike">
                <a:solidFill>
                  <a:schemeClr val="lt1"/>
                </a:solidFill>
                <a:effectLst/>
                <a:uFillTx/>
                <a:latin typeface="Calisto MT"/>
              </a:rPr>
              <a:t>Click icon to add picture</a:t>
            </a:r>
            <a:endParaRPr lang="en-US" sz="1600" b="0" u="none" strike="noStrike">
              <a:solidFill>
                <a:schemeClr val="lt2"/>
              </a:solidFill>
              <a:effectLst/>
              <a:uFillTx/>
              <a:latin typeface="Calisto MT"/>
            </a:endParaRPr>
          </a:p>
        </p:txBody>
      </p:sp>
      <p:sp>
        <p:nvSpPr>
          <p:cNvPr id="47" name="PlaceHolder 4"/>
          <p:cNvSpPr>
            <a:spLocks noGrp="1"/>
          </p:cNvSpPr>
          <p:nvPr>
            <p:ph type="body"/>
          </p:nvPr>
        </p:nvSpPr>
        <p:spPr>
          <a:xfrm>
            <a:off x="913680" y="4480200"/>
            <a:ext cx="3300480" cy="1310400"/>
          </a:xfrm>
          <a:prstGeom prst="rect">
            <a:avLst/>
          </a:prstGeom>
          <a:noFill/>
          <a:ln w="0">
            <a:noFill/>
          </a:ln>
          <a:effectLst>
            <a:outerShdw dist="0" dir="0" blurRad="25560" rotWithShape="0">
              <a:srgbClr val="000000">
                <a:alpha val="46000"/>
              </a:srgbClr>
            </a:outerShdw>
          </a:effectLst>
        </p:spPr>
        <p:txBody>
          <a:bodyPr lIns="91440" tIns="45720" rIns="91440" bIns="45720" anchor="t">
            <a:normAutofit/>
          </a:bodyPr>
          <a:lstStyle>
            <a:lvl1pPr indent="0" algn="ctr" defTabSz="457200">
              <a:lnSpc>
                <a:spcPct val="100000"/>
              </a:lnSpc>
              <a:spcBef>
                <a:spcPts val="281"/>
              </a:spcBef>
              <a:spcAft>
                <a:spcPts val="601"/>
              </a:spcAft>
              <a:buNone/>
              <a:tabLst>
                <a:tab pos="0" algn="l"/>
              </a:tabLst>
              <a:defRPr lang="en-US" sz="1400" b="0" u="none" strike="noStrike">
                <a:solidFill>
                  <a:schemeClr val="lt2"/>
                </a:solidFill>
                <a:effectLst/>
                <a:uFillTx/>
                <a:latin typeface="Calisto MT"/>
              </a:defRPr>
            </a:lvl1pPr>
          </a:lstStyle>
          <a:p>
            <a:pPr indent="0" algn="ctr" defTabSz="457200">
              <a:lnSpc>
                <a:spcPct val="100000"/>
              </a:lnSpc>
              <a:spcBef>
                <a:spcPts val="281"/>
              </a:spcBef>
              <a:spcAft>
                <a:spcPts val="601"/>
              </a:spcAft>
              <a:buNone/>
              <a:tabLst>
                <a:tab pos="0" algn="l"/>
              </a:tabLst>
            </a:pPr>
            <a:r>
              <a:rPr lang="en-US" sz="1400" b="0" u="none" strike="noStrike">
                <a:solidFill>
                  <a:schemeClr val="lt2"/>
                </a:solidFill>
                <a:effectLst/>
                <a:uFillTx/>
                <a:latin typeface="Calisto MT"/>
              </a:rPr>
              <a:t>Edit Master text styles</a:t>
            </a:r>
            <a:endParaRPr lang="en-US" sz="1400" b="0" u="none" strike="noStrike">
              <a:solidFill>
                <a:schemeClr val="lt2"/>
              </a:solidFill>
              <a:effectLst/>
              <a:uFillTx/>
              <a:latin typeface="Calisto MT"/>
            </a:endParaRPr>
          </a:p>
        </p:txBody>
      </p:sp>
      <p:sp>
        <p:nvSpPr>
          <p:cNvPr id="48" name="PlaceHolder 5"/>
          <p:cNvSpPr>
            <a:spLocks noGrp="1"/>
          </p:cNvSpPr>
          <p:nvPr>
            <p:ph type="body"/>
          </p:nvPr>
        </p:nvSpPr>
        <p:spPr>
          <a:xfrm>
            <a:off x="4442760" y="3904200"/>
            <a:ext cx="3300480" cy="576000"/>
          </a:xfrm>
          <a:prstGeom prst="rect">
            <a:avLst/>
          </a:prstGeom>
          <a:noFill/>
          <a:ln w="0">
            <a:noFill/>
          </a:ln>
          <a:effectLst>
            <a:outerShdw dist="0" dir="0" blurRad="25560" rotWithShape="0">
              <a:srgbClr val="000000">
                <a:alpha val="46000"/>
              </a:srgbClr>
            </a:outerShdw>
          </a:effectLst>
        </p:spPr>
        <p:txBody>
          <a:bodyPr lIns="91440" tIns="45720" rIns="91440" bIns="45720" anchor="b">
            <a:noAutofit/>
          </a:bodyPr>
          <a:lstStyle>
            <a:lvl1pPr indent="0" algn="ctr" defTabSz="457200">
              <a:lnSpc>
                <a:spcPct val="100000"/>
              </a:lnSpc>
              <a:spcBef>
                <a:spcPts val="400"/>
              </a:spcBef>
              <a:spcAft>
                <a:spcPts val="601"/>
              </a:spcAft>
              <a:buNone/>
              <a:tabLst>
                <a:tab pos="0" algn="l"/>
              </a:tabLst>
              <a:defRPr lang="en-US" sz="2000" b="0" u="none" strike="noStrike">
                <a:ln>
                  <a:solidFill>
                    <a:schemeClr val="dk1">
                      <a:lumMod val="75000"/>
                      <a:lumOff val="25000"/>
                      <a:alpha val="10000"/>
                    </a:schemeClr>
                  </a:solidFill>
                </a:ln>
                <a:solidFill>
                  <a:srgbClr val="FFFFFF"/>
                </a:solidFill>
                <a:effectLst/>
                <a:uFillTx/>
                <a:latin typeface="Calisto MT"/>
              </a:defRPr>
            </a:lvl1pPr>
          </a:lstStyle>
          <a:p>
            <a:pPr indent="0" algn="ctr" defTabSz="457200">
              <a:lnSpc>
                <a:spcPct val="100000"/>
              </a:lnSpc>
              <a:spcBef>
                <a:spcPts val="400"/>
              </a:spcBef>
              <a:spcAft>
                <a:spcPts val="601"/>
              </a:spcAft>
              <a:buNone/>
              <a:tabLst>
                <a:tab pos="0" algn="l"/>
              </a:tabLst>
            </a:pPr>
            <a:r>
              <a:rPr lang="en-US" sz="2000" b="0" u="none" strike="noStrike">
                <a:ln>
                  <a:solidFill>
                    <a:schemeClr val="dk1">
                      <a:lumMod val="75000"/>
                      <a:lumOff val="25000"/>
                      <a:alpha val="10000"/>
                    </a:schemeClr>
                  </a:solidFill>
                </a:ln>
                <a:solidFill>
                  <a:srgbClr val="FFFFFF"/>
                </a:solidFill>
                <a:effectLst/>
                <a:uFillTx/>
                <a:latin typeface="Calisto MT"/>
              </a:rPr>
              <a:t>Edit Master text styles</a:t>
            </a:r>
            <a:endParaRPr lang="en-US" sz="2000" b="0" u="none" strike="noStrike">
              <a:solidFill>
                <a:schemeClr val="lt2"/>
              </a:solidFill>
              <a:effectLst/>
              <a:uFillTx/>
              <a:latin typeface="Calisto MT"/>
            </a:endParaRPr>
          </a:p>
        </p:txBody>
      </p:sp>
      <p:sp>
        <p:nvSpPr>
          <p:cNvPr id="49" name="PlaceHolder 6"/>
          <p:cNvSpPr>
            <a:spLocks noGrp="1"/>
          </p:cNvSpPr>
          <p:nvPr>
            <p:ph type="body"/>
          </p:nvPr>
        </p:nvSpPr>
        <p:spPr>
          <a:xfrm>
            <a:off x="4545720" y="1938960"/>
            <a:ext cx="3092040" cy="1607760"/>
          </a:xfrm>
          <a:prstGeom prst="rect">
            <a:avLst/>
          </a:prstGeom>
          <a:noFill/>
          <a:ln w="0">
            <a:noFill/>
          </a:ln>
          <a:effectLst>
            <a:outerShdw dist="25417" dir="4463340" blurRad="38160" rotWithShape="0">
              <a:srgbClr val="000000">
                <a:alpha val="36000"/>
              </a:srgbClr>
            </a:outerShdw>
          </a:effectLst>
        </p:spPr>
        <p:txBody>
          <a:bodyPr lIns="90000" tIns="45000" rIns="90000" bIns="45000" anchor="t">
            <a:normAutofit/>
          </a:bodyPr>
          <a:lstStyle>
            <a:lvl1pPr indent="0" algn="ctr" defTabSz="457200">
              <a:lnSpc>
                <a:spcPct val="100000"/>
              </a:lnSpc>
              <a:buNone/>
              <a:tabLst>
                <a:tab pos="0" algn="l"/>
              </a:tabLst>
              <a:defRPr lang="en-US" sz="1600" b="0" u="none" strike="noStrike">
                <a:solidFill>
                  <a:schemeClr val="lt1"/>
                </a:solidFill>
                <a:effectLst/>
                <a:uFillTx/>
                <a:latin typeface="Calisto MT"/>
              </a:defRPr>
            </a:lvl1pPr>
          </a:lstStyle>
          <a:p>
            <a:pPr indent="0" algn="ctr" defTabSz="457200">
              <a:lnSpc>
                <a:spcPct val="100000"/>
              </a:lnSpc>
              <a:buNone/>
              <a:tabLst>
                <a:tab pos="0" algn="l"/>
              </a:tabLst>
            </a:pPr>
            <a:r>
              <a:rPr lang="en-US" sz="1600" b="0" u="none" strike="noStrike">
                <a:solidFill>
                  <a:schemeClr val="lt1"/>
                </a:solidFill>
                <a:effectLst/>
                <a:uFillTx/>
                <a:latin typeface="Calisto MT"/>
              </a:rPr>
              <a:t>Click icon to add picture</a:t>
            </a:r>
            <a:endParaRPr lang="en-US" sz="1600" b="0" u="none" strike="noStrike">
              <a:solidFill>
                <a:schemeClr val="lt2"/>
              </a:solidFill>
              <a:effectLst/>
              <a:uFillTx/>
              <a:latin typeface="Calisto MT"/>
            </a:endParaRPr>
          </a:p>
        </p:txBody>
      </p:sp>
      <p:sp>
        <p:nvSpPr>
          <p:cNvPr id="50" name="PlaceHolder 7"/>
          <p:cNvSpPr>
            <a:spLocks noGrp="1"/>
          </p:cNvSpPr>
          <p:nvPr>
            <p:ph type="body"/>
          </p:nvPr>
        </p:nvSpPr>
        <p:spPr>
          <a:xfrm>
            <a:off x="4441320" y="4480200"/>
            <a:ext cx="3300480" cy="1310400"/>
          </a:xfrm>
          <a:prstGeom prst="rect">
            <a:avLst/>
          </a:prstGeom>
          <a:noFill/>
          <a:ln w="0">
            <a:noFill/>
          </a:ln>
          <a:effectLst>
            <a:outerShdw dist="0" dir="0" blurRad="25560" rotWithShape="0">
              <a:srgbClr val="000000">
                <a:alpha val="46000"/>
              </a:srgbClr>
            </a:outerShdw>
          </a:effectLst>
        </p:spPr>
        <p:txBody>
          <a:bodyPr lIns="91440" tIns="45720" rIns="91440" bIns="45720" anchor="t">
            <a:normAutofit/>
          </a:bodyPr>
          <a:lstStyle>
            <a:lvl1pPr indent="0" algn="ctr" defTabSz="457200">
              <a:lnSpc>
                <a:spcPct val="100000"/>
              </a:lnSpc>
              <a:spcBef>
                <a:spcPts val="281"/>
              </a:spcBef>
              <a:spcAft>
                <a:spcPts val="601"/>
              </a:spcAft>
              <a:buNone/>
              <a:tabLst>
                <a:tab pos="0" algn="l"/>
              </a:tabLst>
              <a:defRPr lang="en-US" sz="1400" b="0" u="none" strike="noStrike">
                <a:solidFill>
                  <a:schemeClr val="lt2"/>
                </a:solidFill>
                <a:effectLst/>
                <a:uFillTx/>
                <a:latin typeface="Calisto MT"/>
              </a:defRPr>
            </a:lvl1pPr>
          </a:lstStyle>
          <a:p>
            <a:pPr indent="0" algn="ctr" defTabSz="457200">
              <a:lnSpc>
                <a:spcPct val="100000"/>
              </a:lnSpc>
              <a:spcBef>
                <a:spcPts val="281"/>
              </a:spcBef>
              <a:spcAft>
                <a:spcPts val="601"/>
              </a:spcAft>
              <a:buNone/>
              <a:tabLst>
                <a:tab pos="0" algn="l"/>
              </a:tabLst>
            </a:pPr>
            <a:r>
              <a:rPr lang="en-US" sz="1400" b="0" u="none" strike="noStrike">
                <a:solidFill>
                  <a:schemeClr val="lt2"/>
                </a:solidFill>
                <a:effectLst/>
                <a:uFillTx/>
                <a:latin typeface="Calisto MT"/>
              </a:rPr>
              <a:t>Edit Master text styles</a:t>
            </a:r>
            <a:endParaRPr lang="en-US" sz="1400" b="0" u="none" strike="noStrike">
              <a:solidFill>
                <a:schemeClr val="lt2"/>
              </a:solidFill>
              <a:effectLst/>
              <a:uFillTx/>
              <a:latin typeface="Calisto MT"/>
            </a:endParaRPr>
          </a:p>
        </p:txBody>
      </p:sp>
      <p:sp>
        <p:nvSpPr>
          <p:cNvPr id="51" name="PlaceHolder 8"/>
          <p:cNvSpPr>
            <a:spLocks noGrp="1"/>
          </p:cNvSpPr>
          <p:nvPr>
            <p:ph type="body"/>
          </p:nvPr>
        </p:nvSpPr>
        <p:spPr>
          <a:xfrm>
            <a:off x="7966800" y="3904200"/>
            <a:ext cx="3300480" cy="576000"/>
          </a:xfrm>
          <a:prstGeom prst="rect">
            <a:avLst/>
          </a:prstGeom>
          <a:noFill/>
          <a:ln w="0">
            <a:noFill/>
          </a:ln>
          <a:effectLst>
            <a:outerShdw dist="0" dir="0" blurRad="25560" rotWithShape="0">
              <a:srgbClr val="000000">
                <a:alpha val="46000"/>
              </a:srgbClr>
            </a:outerShdw>
          </a:effectLst>
        </p:spPr>
        <p:txBody>
          <a:bodyPr lIns="91440" tIns="45720" rIns="91440" bIns="45720" anchor="b">
            <a:noAutofit/>
          </a:bodyPr>
          <a:lstStyle>
            <a:lvl1pPr indent="0" algn="ctr" defTabSz="457200">
              <a:lnSpc>
                <a:spcPct val="100000"/>
              </a:lnSpc>
              <a:spcBef>
                <a:spcPts val="400"/>
              </a:spcBef>
              <a:spcAft>
                <a:spcPts val="601"/>
              </a:spcAft>
              <a:buNone/>
              <a:tabLst>
                <a:tab pos="0" algn="l"/>
              </a:tabLst>
              <a:defRPr lang="en-US" sz="2000" b="0" u="none" strike="noStrike">
                <a:ln>
                  <a:solidFill>
                    <a:schemeClr val="dk1">
                      <a:lumMod val="75000"/>
                      <a:lumOff val="25000"/>
                      <a:alpha val="10000"/>
                    </a:schemeClr>
                  </a:solidFill>
                </a:ln>
                <a:solidFill>
                  <a:srgbClr val="FFFFFF"/>
                </a:solidFill>
                <a:effectLst/>
                <a:uFillTx/>
                <a:latin typeface="Calisto MT"/>
              </a:defRPr>
            </a:lvl1pPr>
          </a:lstStyle>
          <a:p>
            <a:pPr indent="0" algn="ctr" defTabSz="457200">
              <a:lnSpc>
                <a:spcPct val="100000"/>
              </a:lnSpc>
              <a:spcBef>
                <a:spcPts val="400"/>
              </a:spcBef>
              <a:spcAft>
                <a:spcPts val="601"/>
              </a:spcAft>
              <a:buNone/>
              <a:tabLst>
                <a:tab pos="0" algn="l"/>
              </a:tabLst>
            </a:pPr>
            <a:r>
              <a:rPr lang="en-US" sz="2000" b="0" u="none" strike="noStrike">
                <a:ln>
                  <a:solidFill>
                    <a:schemeClr val="dk1">
                      <a:lumMod val="75000"/>
                      <a:lumOff val="25000"/>
                      <a:alpha val="10000"/>
                    </a:schemeClr>
                  </a:solidFill>
                </a:ln>
                <a:solidFill>
                  <a:srgbClr val="FFFFFF"/>
                </a:solidFill>
                <a:effectLst/>
                <a:uFillTx/>
                <a:latin typeface="Calisto MT"/>
              </a:rPr>
              <a:t>Edit Master text styles</a:t>
            </a:r>
            <a:endParaRPr lang="en-US" sz="2000" b="0" u="none" strike="noStrike">
              <a:solidFill>
                <a:schemeClr val="lt2"/>
              </a:solidFill>
              <a:effectLst/>
              <a:uFillTx/>
              <a:latin typeface="Calisto MT"/>
            </a:endParaRPr>
          </a:p>
        </p:txBody>
      </p:sp>
      <p:sp>
        <p:nvSpPr>
          <p:cNvPr id="52" name="PlaceHolder 9"/>
          <p:cNvSpPr>
            <a:spLocks noGrp="1"/>
          </p:cNvSpPr>
          <p:nvPr>
            <p:ph type="body"/>
          </p:nvPr>
        </p:nvSpPr>
        <p:spPr>
          <a:xfrm>
            <a:off x="8075520" y="1934280"/>
            <a:ext cx="3092040" cy="1607040"/>
          </a:xfrm>
          <a:prstGeom prst="rect">
            <a:avLst/>
          </a:prstGeom>
          <a:noFill/>
          <a:ln w="0">
            <a:noFill/>
          </a:ln>
          <a:effectLst>
            <a:outerShdw dist="25417" dir="4463340" blurRad="38160" rotWithShape="0">
              <a:srgbClr val="000000">
                <a:alpha val="36000"/>
              </a:srgbClr>
            </a:outerShdw>
          </a:effectLst>
        </p:spPr>
        <p:txBody>
          <a:bodyPr lIns="90000" tIns="45000" rIns="90000" bIns="45000" anchor="t">
            <a:normAutofit/>
          </a:bodyPr>
          <a:lstStyle>
            <a:lvl1pPr indent="0" algn="ctr" defTabSz="457200">
              <a:lnSpc>
                <a:spcPct val="100000"/>
              </a:lnSpc>
              <a:buNone/>
              <a:tabLst>
                <a:tab pos="0" algn="l"/>
              </a:tabLst>
              <a:defRPr lang="en-US" sz="1600" b="0" u="none" strike="noStrike">
                <a:solidFill>
                  <a:schemeClr val="lt1"/>
                </a:solidFill>
                <a:effectLst/>
                <a:uFillTx/>
                <a:latin typeface="Calisto MT"/>
              </a:defRPr>
            </a:lvl1pPr>
          </a:lstStyle>
          <a:p>
            <a:pPr indent="0" algn="ctr" defTabSz="457200">
              <a:lnSpc>
                <a:spcPct val="100000"/>
              </a:lnSpc>
              <a:buNone/>
              <a:tabLst>
                <a:tab pos="0" algn="l"/>
              </a:tabLst>
            </a:pPr>
            <a:r>
              <a:rPr lang="en-US" sz="1600" b="0" u="none" strike="noStrike">
                <a:solidFill>
                  <a:schemeClr val="lt1"/>
                </a:solidFill>
                <a:effectLst/>
                <a:uFillTx/>
                <a:latin typeface="Calisto MT"/>
              </a:rPr>
              <a:t>Click icon to add picture</a:t>
            </a:r>
            <a:endParaRPr lang="en-US" sz="1600" b="0" u="none" strike="noStrike">
              <a:solidFill>
                <a:schemeClr val="lt2"/>
              </a:solidFill>
              <a:effectLst/>
              <a:uFillTx/>
              <a:latin typeface="Calisto MT"/>
            </a:endParaRPr>
          </a:p>
        </p:txBody>
      </p:sp>
      <p:sp>
        <p:nvSpPr>
          <p:cNvPr id="53" name="PlaceHolder 10"/>
          <p:cNvSpPr>
            <a:spLocks noGrp="1"/>
          </p:cNvSpPr>
          <p:nvPr>
            <p:ph type="body"/>
          </p:nvPr>
        </p:nvSpPr>
        <p:spPr>
          <a:xfrm>
            <a:off x="7966440" y="4480200"/>
            <a:ext cx="3300480" cy="1310400"/>
          </a:xfrm>
          <a:prstGeom prst="rect">
            <a:avLst/>
          </a:prstGeom>
          <a:noFill/>
          <a:ln w="0">
            <a:noFill/>
          </a:ln>
          <a:effectLst>
            <a:outerShdw dist="0" dir="0" blurRad="25560" rotWithShape="0">
              <a:srgbClr val="000000">
                <a:alpha val="46000"/>
              </a:srgbClr>
            </a:outerShdw>
          </a:effectLst>
        </p:spPr>
        <p:txBody>
          <a:bodyPr lIns="91440" tIns="45720" rIns="91440" bIns="45720" anchor="t">
            <a:normAutofit/>
          </a:bodyPr>
          <a:lstStyle>
            <a:lvl1pPr indent="0" algn="ctr" defTabSz="457200">
              <a:lnSpc>
                <a:spcPct val="100000"/>
              </a:lnSpc>
              <a:spcBef>
                <a:spcPts val="281"/>
              </a:spcBef>
              <a:spcAft>
                <a:spcPts val="601"/>
              </a:spcAft>
              <a:buNone/>
              <a:tabLst>
                <a:tab pos="0" algn="l"/>
              </a:tabLst>
              <a:defRPr lang="en-US" sz="1400" b="0" u="none" strike="noStrike">
                <a:solidFill>
                  <a:schemeClr val="lt2"/>
                </a:solidFill>
                <a:effectLst/>
                <a:uFillTx/>
                <a:latin typeface="Calisto MT"/>
              </a:defRPr>
            </a:lvl1pPr>
          </a:lstStyle>
          <a:p>
            <a:pPr indent="0" algn="ctr" defTabSz="457200">
              <a:lnSpc>
                <a:spcPct val="100000"/>
              </a:lnSpc>
              <a:spcBef>
                <a:spcPts val="281"/>
              </a:spcBef>
              <a:spcAft>
                <a:spcPts val="601"/>
              </a:spcAft>
              <a:buNone/>
              <a:tabLst>
                <a:tab pos="0" algn="l"/>
              </a:tabLst>
            </a:pPr>
            <a:r>
              <a:rPr lang="en-US" sz="1400" b="0" u="none" strike="noStrike">
                <a:solidFill>
                  <a:schemeClr val="lt2"/>
                </a:solidFill>
                <a:effectLst/>
                <a:uFillTx/>
                <a:latin typeface="Calisto MT"/>
              </a:rPr>
              <a:t>Edit Master text styles</a:t>
            </a:r>
            <a:endParaRPr lang="en-US" sz="1400" b="0" u="none" strike="noStrike">
              <a:solidFill>
                <a:schemeClr val="lt2"/>
              </a:solidFill>
              <a:effectLst/>
              <a:uFillTx/>
              <a:latin typeface="Calisto MT"/>
            </a:endParaRPr>
          </a:p>
        </p:txBody>
      </p:sp>
      <p:sp>
        <p:nvSpPr>
          <p:cNvPr id="54" name="PlaceHolder 11"/>
          <p:cNvSpPr>
            <a:spLocks noGrp="1"/>
          </p:cNvSpPr>
          <p:nvPr>
            <p:ph type="dt" idx="19"/>
          </p:nvPr>
        </p:nvSpPr>
        <p:spPr>
          <a:xfrm>
            <a:off x="7678800" y="5883120"/>
            <a:ext cx="2742840" cy="364680"/>
          </a:xfrm>
          <a:prstGeom prst="rect">
            <a:avLst/>
          </a:prstGeom>
          <a:noFill/>
          <a:ln w="0">
            <a:noFill/>
          </a:ln>
        </p:spPr>
        <p:txBody>
          <a:bodyPr lIns="91440" tIns="45720" rIns="91440" bIns="45720" anchor="ctr">
            <a:noAutofit/>
          </a:bodyPr>
          <a:lstStyle>
            <a:lvl1pPr indent="0" algn="r" defTabSz="457200">
              <a:lnSpc>
                <a:spcPct val="100000"/>
              </a:lnSpc>
              <a:buNone/>
              <a:defRPr lang="en-IN" sz="1000" b="0" u="none" strike="noStrike">
                <a:solidFill>
                  <a:schemeClr val="lt1">
                    <a:lumMod val="95000"/>
                  </a:schemeClr>
                </a:solidFill>
                <a:effectLst/>
                <a:uFillTx/>
                <a:latin typeface="Calisto MT"/>
              </a:defRPr>
            </a:lvl1pPr>
          </a:lstStyle>
          <a:p>
            <a:pPr indent="0" algn="r" defTabSz="457200">
              <a:lnSpc>
                <a:spcPct val="100000"/>
              </a:lnSpc>
              <a:buNone/>
            </a:pPr>
            <a:r>
              <a:rPr lang="en-IN" sz="1000" b="0" u="none" strike="noStrike">
                <a:solidFill>
                  <a:schemeClr val="lt1">
                    <a:lumMod val="95000"/>
                  </a:schemeClr>
                </a:solidFill>
                <a:effectLst/>
                <a:uFillTx/>
                <a:latin typeface="Calisto MT"/>
              </a:rPr>
              <a:t>&lt;date/time&gt;</a:t>
            </a:r>
            <a:endParaRPr lang="en-US" sz="1000" b="0" u="none" strike="noStrike">
              <a:solidFill>
                <a:srgbClr val="FFFFFF"/>
              </a:solidFill>
              <a:effectLst/>
              <a:uFillTx/>
              <a:latin typeface="Times New Roman"/>
            </a:endParaRPr>
          </a:p>
        </p:txBody>
      </p:sp>
      <p:sp>
        <p:nvSpPr>
          <p:cNvPr id="55" name="PlaceHolder 12"/>
          <p:cNvSpPr>
            <a:spLocks noGrp="1"/>
          </p:cNvSpPr>
          <p:nvPr>
            <p:ph type="ftr" idx="20"/>
          </p:nvPr>
        </p:nvSpPr>
        <p:spPr>
          <a:xfrm>
            <a:off x="913680" y="5883120"/>
            <a:ext cx="667260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FFFFFF"/>
                </a:solidFill>
                <a:effectLst/>
                <a:uFillTx/>
                <a:latin typeface="Times New Roman"/>
              </a:defRPr>
            </a:lvl1pPr>
          </a:lstStyle>
          <a:p>
            <a:pPr indent="0" algn="ctr">
              <a:buNone/>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56" name="PlaceHolder 13"/>
          <p:cNvSpPr>
            <a:spLocks noGrp="1"/>
          </p:cNvSpPr>
          <p:nvPr>
            <p:ph type="sldNum" idx="21"/>
          </p:nvPr>
        </p:nvSpPr>
        <p:spPr>
          <a:xfrm>
            <a:off x="10514160" y="5883120"/>
            <a:ext cx="753120" cy="364680"/>
          </a:xfrm>
          <a:prstGeom prst="rect">
            <a:avLst/>
          </a:prstGeom>
          <a:noFill/>
          <a:ln w="0">
            <a:noFill/>
          </a:ln>
        </p:spPr>
        <p:txBody>
          <a:bodyPr lIns="91440" tIns="45720" rIns="91440" bIns="45720" anchor="ctr">
            <a:noAutofit/>
          </a:bodyPr>
          <a:lstStyle>
            <a:lvl1pPr indent="0" algn="r" defTabSz="457200">
              <a:lnSpc>
                <a:spcPct val="100000"/>
              </a:lnSpc>
              <a:buNone/>
              <a:defRPr lang="en-IN" sz="1000" b="0" u="none" strike="noStrike">
                <a:solidFill>
                  <a:schemeClr val="lt1">
                    <a:lumMod val="95000"/>
                  </a:schemeClr>
                </a:solidFill>
                <a:effectLst/>
                <a:uFillTx/>
                <a:latin typeface="Calisto MT"/>
              </a:defRPr>
            </a:lvl1pPr>
          </a:lstStyle>
          <a:p>
            <a:pPr indent="0" algn="r" defTabSz="457200">
              <a:lnSpc>
                <a:spcPct val="100000"/>
              </a:lnSpc>
              <a:buNone/>
            </a:pPr>
            <a:fld id="{D23EC554-3AE0-4313-B902-E21B539A6152}" type="slidenum">
              <a:rPr lang="en-IN" sz="1000" b="0" u="none" strike="noStrike">
                <a:solidFill>
                  <a:schemeClr val="lt1">
                    <a:lumMod val="95000"/>
                  </a:schemeClr>
                </a:solidFill>
                <a:effectLst/>
                <a:uFillTx/>
                <a:latin typeface="Calisto MT"/>
              </a:rPr>
              <a:t>&lt;number&gt;</a:t>
            </a:fld>
            <a:endParaRPr lang="en-US" sz="1000" b="0" u="none" strike="noStrike">
              <a:solidFill>
                <a:srgbClr val="FFFFFF"/>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blipFill rotWithShape="0">
          <a:blip r:embed="rId2"/>
          <a:stretch/>
        </a:blipFill>
      </p:bgPr>
    </p:bg>
    <p:spTree>
      <p:nvGrpSpPr>
        <p:cNvPr id="1" name=""/>
        <p:cNvGrpSpPr/>
        <p:nvPr/>
      </p:nvGrpSpPr>
      <p:grpSpPr>
        <a:xfrm>
          <a:off x="0" y="0"/>
          <a:ext cx="0" cy="0"/>
          <a:chOff x="0" y="0"/>
          <a:chExt cx="0" cy="0"/>
        </a:xfrm>
      </p:grpSpPr>
      <p:sp>
        <p:nvSpPr>
          <p:cNvPr id="57" name="PlaceHolder 1"/>
          <p:cNvSpPr>
            <a:spLocks noGrp="1"/>
          </p:cNvSpPr>
          <p:nvPr>
            <p:ph type="title"/>
          </p:nvPr>
        </p:nvSpPr>
        <p:spPr>
          <a:xfrm>
            <a:off x="913680" y="609480"/>
            <a:ext cx="10353240" cy="970200"/>
          </a:xfrm>
          <a:prstGeom prst="rect">
            <a:avLst/>
          </a:prstGeom>
          <a:noFill/>
          <a:ln w="0">
            <a:noFill/>
          </a:ln>
          <a:effectLst>
            <a:outerShdw dist="0" dir="0" blurRad="25560" rotWithShape="0">
              <a:srgbClr val="000000">
                <a:alpha val="46000"/>
              </a:srgbClr>
            </a:outerShdw>
          </a:effectLst>
        </p:spPr>
        <p:txBody>
          <a:bodyPr lIns="91440" tIns="45720" rIns="91440" bIns="45720" anchor="ctr">
            <a:noAutofit/>
          </a:bodyPr>
          <a:lstStyle>
            <a:lvl1pPr indent="0" algn="ctr" defTabSz="457200">
              <a:lnSpc>
                <a:spcPct val="100000"/>
              </a:lnSpc>
              <a:buNone/>
              <a:defRPr lang="en-US" sz="4000" b="0" u="none" strike="noStrike">
                <a:solidFill>
                  <a:schemeClr val="lt2"/>
                </a:solidFill>
                <a:effectLst/>
                <a:uFillTx/>
                <a:latin typeface="Calisto MT"/>
              </a:defRPr>
            </a:lvl1pPr>
          </a:lstStyle>
          <a:p>
            <a:pPr indent="0" algn="ctr" defTabSz="457200">
              <a:lnSpc>
                <a:spcPct val="100000"/>
              </a:lnSpc>
              <a:buNone/>
            </a:pPr>
            <a:r>
              <a:rPr lang="en-US" sz="4000" b="0" u="none" strike="noStrike">
                <a:solidFill>
                  <a:schemeClr val="lt2"/>
                </a:solidFill>
                <a:effectLst/>
                <a:uFillTx/>
                <a:latin typeface="Calisto MT"/>
              </a:rPr>
              <a:t>Click to edit Master title style</a:t>
            </a:r>
            <a:endParaRPr lang="en-US" sz="4000" b="0" u="none" strike="noStrike">
              <a:solidFill>
                <a:schemeClr val="lt2"/>
              </a:solidFill>
              <a:effectLst/>
              <a:uFillTx/>
              <a:latin typeface="Calisto MT"/>
            </a:endParaRPr>
          </a:p>
        </p:txBody>
      </p:sp>
      <p:sp>
        <p:nvSpPr>
          <p:cNvPr id="58" name="PlaceHolder 2"/>
          <p:cNvSpPr>
            <a:spLocks noGrp="1"/>
          </p:cNvSpPr>
          <p:nvPr>
            <p:ph type="body"/>
          </p:nvPr>
        </p:nvSpPr>
        <p:spPr>
          <a:xfrm>
            <a:off x="913680" y="1732320"/>
            <a:ext cx="10353240" cy="4058280"/>
          </a:xfrm>
          <a:prstGeom prst="rect">
            <a:avLst/>
          </a:prstGeom>
          <a:noFill/>
          <a:ln w="0">
            <a:noFill/>
          </a:ln>
          <a:effectLst>
            <a:outerShdw dist="0" dir="0" blurRad="25560" rotWithShape="0">
              <a:srgbClr val="000000">
                <a:alpha val="46000"/>
              </a:srgbClr>
            </a:outerShdw>
          </a:effectLst>
        </p:spPr>
        <p:txBody>
          <a:bodyPr lIns="91440" tIns="45720" rIns="91440" bIns="45720" anchor="t" vert="eaVert">
            <a:noAutofit/>
          </a:bodyPr>
          <a:lstStyle>
            <a:lvl1pPr algn="l" defTabSz="457200">
              <a:lnSpc>
                <a:spcPct val="100000"/>
              </a:lnSpc>
              <a:spcBef>
                <a:spcPts val="400"/>
              </a:spcBef>
              <a:spcAft>
                <a:spcPts val="601"/>
              </a:spcAft>
              <a:buClr>
                <a:srgbClr val="DADADA"/>
              </a:buClr>
              <a:buSzPct val="70000"/>
              <a:buFont typeface="Wingdings 2" charset="2"/>
              <a:buChar char=""/>
              <a:defRPr lang="en-US" sz="2000" b="0" u="none" strike="noStrike">
                <a:solidFill>
                  <a:schemeClr val="lt2"/>
                </a:solidFill>
                <a:effectLst/>
                <a:uFillTx/>
                <a:latin typeface="Calisto MT"/>
              </a:defRPr>
            </a:lvl1pPr>
            <a:lvl2pPr lvl="1" algn="l" defTabSz="457200">
              <a:lnSpc>
                <a:spcPct val="100000"/>
              </a:lnSpc>
              <a:spcBef>
                <a:spcPts val="360"/>
              </a:spcBef>
              <a:spcAft>
                <a:spcPts val="601"/>
              </a:spcAft>
              <a:buClr>
                <a:srgbClr val="DADADA"/>
              </a:buClr>
              <a:buSzPct val="70000"/>
              <a:buFont typeface="Wingdings 2" charset="2"/>
              <a:buChar char=""/>
              <a:defRPr lang="en-US" sz="1800" b="0" u="none" strike="noStrike">
                <a:solidFill>
                  <a:schemeClr val="lt2"/>
                </a:solidFill>
                <a:effectLst/>
                <a:uFillTx/>
                <a:latin typeface="Calisto MT"/>
              </a:defRPr>
            </a:lvl2pPr>
            <a:lvl3pPr lvl="2" algn="l" defTabSz="457200">
              <a:lnSpc>
                <a:spcPct val="100000"/>
              </a:lnSpc>
              <a:spcBef>
                <a:spcPts val="320"/>
              </a:spcBef>
              <a:spcAft>
                <a:spcPts val="601"/>
              </a:spcAft>
              <a:buClr>
                <a:srgbClr val="DADADA"/>
              </a:buClr>
              <a:buSzPct val="70000"/>
              <a:buFont typeface="Wingdings 2" charset="2"/>
              <a:buChar char=""/>
              <a:defRPr lang="en-US" sz="1600" b="0" u="none" strike="noStrike">
                <a:solidFill>
                  <a:schemeClr val="lt2"/>
                </a:solidFill>
                <a:effectLst/>
                <a:uFillTx/>
                <a:latin typeface="Calisto MT"/>
              </a:defRPr>
            </a:lvl3pPr>
            <a:lvl4pPr lvl="3" algn="l" defTabSz="457200">
              <a:lnSpc>
                <a:spcPct val="100000"/>
              </a:lnSpc>
              <a:spcBef>
                <a:spcPts val="281"/>
              </a:spcBef>
              <a:spcAft>
                <a:spcPts val="601"/>
              </a:spcAft>
              <a:buClr>
                <a:srgbClr val="DADADA"/>
              </a:buClr>
              <a:buSzPct val="70000"/>
              <a:buFont typeface="Wingdings 2" charset="2"/>
              <a:buChar char=""/>
              <a:defRPr lang="en-US" sz="1400" b="0" u="none" strike="noStrike">
                <a:solidFill>
                  <a:schemeClr val="lt2"/>
                </a:solidFill>
                <a:effectLst/>
                <a:uFillTx/>
                <a:latin typeface="Calisto MT"/>
              </a:defRPr>
            </a:lvl4pPr>
            <a:lvl5pPr lvl="4" algn="l" defTabSz="457200">
              <a:lnSpc>
                <a:spcPct val="100000"/>
              </a:lnSpc>
              <a:spcBef>
                <a:spcPts val="281"/>
              </a:spcBef>
              <a:spcAft>
                <a:spcPts val="601"/>
              </a:spcAft>
              <a:buClr>
                <a:srgbClr val="DADADA"/>
              </a:buClr>
              <a:buSzPct val="70000"/>
              <a:buFont typeface="Wingdings 2" charset="2"/>
              <a:buChar char=""/>
              <a:defRPr lang="en-US" sz="1400" b="0" u="none" strike="noStrike">
                <a:solidFill>
                  <a:schemeClr val="lt2"/>
                </a:solidFill>
                <a:effectLst/>
                <a:uFillTx/>
                <a:latin typeface="Calisto MT"/>
              </a:defRPr>
            </a:lvl5pPr>
          </a:lstStyle>
          <a:p>
            <a:pPr marL="343080" indent="-306000" algn="l" defTabSz="457200">
              <a:lnSpc>
                <a:spcPct val="100000"/>
              </a:lnSpc>
              <a:spcBef>
                <a:spcPts val="400"/>
              </a:spcBef>
              <a:spcAft>
                <a:spcPts val="601"/>
              </a:spcAft>
              <a:buClr>
                <a:srgbClr val="DADADA"/>
              </a:buClr>
              <a:buSzPct val="70000"/>
              <a:buFont typeface="Wingdings 2" charset="2"/>
              <a:buChar char=""/>
            </a:pPr>
            <a:r>
              <a:rPr lang="en-US" sz="2000" b="0" u="none" strike="noStrike">
                <a:solidFill>
                  <a:schemeClr val="lt2"/>
                </a:solidFill>
                <a:effectLst/>
                <a:uFillTx/>
                <a:latin typeface="Calisto MT"/>
              </a:rPr>
              <a:t>Edit Master text styles</a:t>
            </a:r>
            <a:endParaRPr lang="en-US" sz="2000" b="0" u="none" strike="noStrike">
              <a:solidFill>
                <a:schemeClr val="lt2"/>
              </a:solidFill>
              <a:effectLst/>
              <a:uFillTx/>
              <a:latin typeface="Calisto MT"/>
            </a:endParaRPr>
          </a:p>
          <a:p>
            <a:pPr marL="720000" lvl="1" indent="-270000" algn="l" defTabSz="457200">
              <a:lnSpc>
                <a:spcPct val="100000"/>
              </a:lnSpc>
              <a:spcBef>
                <a:spcPts val="360"/>
              </a:spcBef>
              <a:spcAft>
                <a:spcPts val="601"/>
              </a:spcAft>
              <a:buClr>
                <a:srgbClr val="DADADA"/>
              </a:buClr>
              <a:buSzPct val="70000"/>
              <a:buFont typeface="Wingdings 2" charset="2"/>
              <a:buChar char=""/>
            </a:pPr>
            <a:r>
              <a:rPr lang="en-US" sz="1800" b="0" u="none" strike="noStrike">
                <a:solidFill>
                  <a:schemeClr val="lt2"/>
                </a:solidFill>
                <a:effectLst/>
                <a:uFillTx/>
                <a:latin typeface="Calisto MT"/>
              </a:rPr>
              <a:t>Second level</a:t>
            </a:r>
            <a:endParaRPr lang="en-US" sz="1800" b="0" u="none" strike="noStrike">
              <a:solidFill>
                <a:schemeClr val="lt2"/>
              </a:solidFill>
              <a:effectLst/>
              <a:uFillTx/>
              <a:latin typeface="Calisto MT"/>
            </a:endParaRPr>
          </a:p>
          <a:p>
            <a:pPr marL="1026000" lvl="2" indent="-216000" algn="l" defTabSz="457200">
              <a:lnSpc>
                <a:spcPct val="100000"/>
              </a:lnSpc>
              <a:spcBef>
                <a:spcPts val="320"/>
              </a:spcBef>
              <a:spcAft>
                <a:spcPts val="601"/>
              </a:spcAft>
              <a:buClr>
                <a:srgbClr val="DADADA"/>
              </a:buClr>
              <a:buSzPct val="70000"/>
              <a:buFont typeface="Wingdings 2" charset="2"/>
              <a:buChar char=""/>
            </a:pPr>
            <a:r>
              <a:rPr lang="en-US" sz="1600" b="0" u="none" strike="noStrike">
                <a:solidFill>
                  <a:schemeClr val="lt2"/>
                </a:solidFill>
                <a:effectLst/>
                <a:uFillTx/>
                <a:latin typeface="Calisto MT"/>
              </a:rPr>
              <a:t>Third level</a:t>
            </a:r>
            <a:endParaRPr lang="en-US" sz="1600" b="0" u="none" strike="noStrike">
              <a:solidFill>
                <a:schemeClr val="lt2"/>
              </a:solidFill>
              <a:effectLst/>
              <a:uFillTx/>
              <a:latin typeface="Calisto MT"/>
            </a:endParaRPr>
          </a:p>
          <a:p>
            <a:pPr marL="1386000" lvl="3" indent="-216000" algn="l" defTabSz="457200">
              <a:lnSpc>
                <a:spcPct val="100000"/>
              </a:lnSpc>
              <a:spcBef>
                <a:spcPts val="281"/>
              </a:spcBef>
              <a:spcAft>
                <a:spcPts val="601"/>
              </a:spcAft>
              <a:buClr>
                <a:srgbClr val="DADADA"/>
              </a:buClr>
              <a:buSzPct val="70000"/>
              <a:buFont typeface="Wingdings 2" charset="2"/>
              <a:buChar char=""/>
            </a:pPr>
            <a:r>
              <a:rPr lang="en-US" sz="1400" b="0" u="none" strike="noStrike">
                <a:solidFill>
                  <a:schemeClr val="lt2"/>
                </a:solidFill>
                <a:effectLst/>
                <a:uFillTx/>
                <a:latin typeface="Calisto MT"/>
              </a:rPr>
              <a:t>Fourth level</a:t>
            </a:r>
            <a:endParaRPr lang="en-US" sz="1400" b="0" u="none" strike="noStrike">
              <a:solidFill>
                <a:schemeClr val="lt2"/>
              </a:solidFill>
              <a:effectLst/>
              <a:uFillTx/>
              <a:latin typeface="Calisto MT"/>
            </a:endParaRPr>
          </a:p>
          <a:p>
            <a:pPr marL="1674000" lvl="4" indent="-216000" algn="l" defTabSz="457200">
              <a:lnSpc>
                <a:spcPct val="100000"/>
              </a:lnSpc>
              <a:spcBef>
                <a:spcPts val="281"/>
              </a:spcBef>
              <a:spcAft>
                <a:spcPts val="601"/>
              </a:spcAft>
              <a:buClr>
                <a:srgbClr val="DADADA"/>
              </a:buClr>
              <a:buSzPct val="70000"/>
              <a:buFont typeface="Wingdings 2" charset="2"/>
              <a:buChar char=""/>
            </a:pPr>
            <a:r>
              <a:rPr lang="en-US" sz="1400" b="0" u="none" strike="noStrike">
                <a:solidFill>
                  <a:schemeClr val="lt2"/>
                </a:solidFill>
                <a:effectLst/>
                <a:uFillTx/>
                <a:latin typeface="Calisto MT"/>
              </a:rPr>
              <a:t>Fifth level</a:t>
            </a:r>
            <a:endParaRPr lang="en-US" sz="1400" b="0" u="none" strike="noStrike">
              <a:solidFill>
                <a:schemeClr val="lt2"/>
              </a:solidFill>
              <a:effectLst/>
              <a:uFillTx/>
              <a:latin typeface="Calisto MT"/>
            </a:endParaRPr>
          </a:p>
        </p:txBody>
      </p:sp>
      <p:sp>
        <p:nvSpPr>
          <p:cNvPr id="59" name="PlaceHolder 3"/>
          <p:cNvSpPr>
            <a:spLocks noGrp="1"/>
          </p:cNvSpPr>
          <p:nvPr>
            <p:ph type="dt" idx="22"/>
          </p:nvPr>
        </p:nvSpPr>
        <p:spPr>
          <a:xfrm>
            <a:off x="7678800" y="5883120"/>
            <a:ext cx="2742840" cy="364680"/>
          </a:xfrm>
          <a:prstGeom prst="rect">
            <a:avLst/>
          </a:prstGeom>
          <a:noFill/>
          <a:ln w="0">
            <a:noFill/>
          </a:ln>
        </p:spPr>
        <p:txBody>
          <a:bodyPr lIns="91440" tIns="45720" rIns="91440" bIns="45720" anchor="ctr">
            <a:noAutofit/>
          </a:bodyPr>
          <a:lstStyle>
            <a:lvl1pPr indent="0" algn="r" defTabSz="457200">
              <a:lnSpc>
                <a:spcPct val="100000"/>
              </a:lnSpc>
              <a:buNone/>
              <a:defRPr lang="en-IN" sz="1000" b="0" u="none" strike="noStrike">
                <a:solidFill>
                  <a:schemeClr val="lt1">
                    <a:lumMod val="95000"/>
                  </a:schemeClr>
                </a:solidFill>
                <a:effectLst/>
                <a:uFillTx/>
                <a:latin typeface="Calisto MT"/>
              </a:defRPr>
            </a:lvl1pPr>
          </a:lstStyle>
          <a:p>
            <a:pPr indent="0" algn="r" defTabSz="457200">
              <a:lnSpc>
                <a:spcPct val="100000"/>
              </a:lnSpc>
              <a:buNone/>
            </a:pPr>
            <a:r>
              <a:rPr lang="en-IN" sz="1000" b="0" u="none" strike="noStrike">
                <a:solidFill>
                  <a:schemeClr val="lt1">
                    <a:lumMod val="95000"/>
                  </a:schemeClr>
                </a:solidFill>
                <a:effectLst/>
                <a:uFillTx/>
                <a:latin typeface="Calisto MT"/>
              </a:rPr>
              <a:t>&lt;date/time&gt;</a:t>
            </a:r>
            <a:endParaRPr lang="en-US" sz="1000" b="0" u="none" strike="noStrike">
              <a:solidFill>
                <a:srgbClr val="FFFFFF"/>
              </a:solidFill>
              <a:effectLst/>
              <a:uFillTx/>
              <a:latin typeface="Times New Roman"/>
            </a:endParaRPr>
          </a:p>
        </p:txBody>
      </p:sp>
      <p:sp>
        <p:nvSpPr>
          <p:cNvPr id="60" name="PlaceHolder 4"/>
          <p:cNvSpPr>
            <a:spLocks noGrp="1"/>
          </p:cNvSpPr>
          <p:nvPr>
            <p:ph type="ftr" idx="23"/>
          </p:nvPr>
        </p:nvSpPr>
        <p:spPr>
          <a:xfrm>
            <a:off x="913680" y="5883120"/>
            <a:ext cx="667260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FFFFFF"/>
                </a:solidFill>
                <a:effectLst/>
                <a:uFillTx/>
                <a:latin typeface="Times New Roman"/>
              </a:defRPr>
            </a:lvl1pPr>
          </a:lstStyle>
          <a:p>
            <a:pPr indent="0" algn="ctr">
              <a:buNone/>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61" name="PlaceHolder 5"/>
          <p:cNvSpPr>
            <a:spLocks noGrp="1"/>
          </p:cNvSpPr>
          <p:nvPr>
            <p:ph type="sldNum" idx="24"/>
          </p:nvPr>
        </p:nvSpPr>
        <p:spPr>
          <a:xfrm>
            <a:off x="10514160" y="5883120"/>
            <a:ext cx="753120" cy="364680"/>
          </a:xfrm>
          <a:prstGeom prst="rect">
            <a:avLst/>
          </a:prstGeom>
          <a:noFill/>
          <a:ln w="0">
            <a:noFill/>
          </a:ln>
        </p:spPr>
        <p:txBody>
          <a:bodyPr lIns="91440" tIns="45720" rIns="91440" bIns="45720" anchor="ctr">
            <a:noAutofit/>
          </a:bodyPr>
          <a:lstStyle>
            <a:lvl1pPr indent="0" algn="r" defTabSz="457200">
              <a:lnSpc>
                <a:spcPct val="100000"/>
              </a:lnSpc>
              <a:buNone/>
              <a:defRPr lang="en-IN" sz="1000" b="0" u="none" strike="noStrike">
                <a:solidFill>
                  <a:schemeClr val="lt1">
                    <a:lumMod val="95000"/>
                  </a:schemeClr>
                </a:solidFill>
                <a:effectLst/>
                <a:uFillTx/>
                <a:latin typeface="Calisto MT"/>
              </a:defRPr>
            </a:lvl1pPr>
          </a:lstStyle>
          <a:p>
            <a:pPr indent="0" algn="r" defTabSz="457200">
              <a:lnSpc>
                <a:spcPct val="100000"/>
              </a:lnSpc>
              <a:buNone/>
            </a:pPr>
            <a:fld id="{5A4D07B1-855B-4E2F-AD7E-1AA8621AAE9F}" type="slidenum">
              <a:rPr lang="en-IN" sz="1000" b="0" u="none" strike="noStrike">
                <a:solidFill>
                  <a:schemeClr val="lt1">
                    <a:lumMod val="95000"/>
                  </a:schemeClr>
                </a:solidFill>
                <a:effectLst/>
                <a:uFillTx/>
                <a:latin typeface="Calisto MT"/>
              </a:rPr>
              <a:t>&lt;number&gt;</a:t>
            </a:fld>
            <a:endParaRPr lang="en-US" sz="1000" b="0" u="none" strike="noStrike">
              <a:solidFill>
                <a:srgbClr val="FFFFFF"/>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blipFill rotWithShape="0">
          <a:blip r:embed="rId2"/>
          <a:stretch/>
        </a:blipFill>
      </p:bgPr>
    </p:bg>
    <p:spTree>
      <p:nvGrpSpPr>
        <p:cNvPr id="1" name=""/>
        <p:cNvGrpSpPr/>
        <p:nvPr/>
      </p:nvGrpSpPr>
      <p:grpSpPr>
        <a:xfrm>
          <a:off x="0" y="0"/>
          <a:ext cx="0" cy="0"/>
          <a:chOff x="0" y="0"/>
          <a:chExt cx="0" cy="0"/>
        </a:xfrm>
      </p:grpSpPr>
      <p:sp>
        <p:nvSpPr>
          <p:cNvPr id="62" name="PlaceHolder 1"/>
          <p:cNvSpPr>
            <a:spLocks noGrp="1"/>
          </p:cNvSpPr>
          <p:nvPr>
            <p:ph type="title"/>
          </p:nvPr>
        </p:nvSpPr>
        <p:spPr>
          <a:xfrm>
            <a:off x="8983080" y="609480"/>
            <a:ext cx="2284200" cy="5181120"/>
          </a:xfrm>
          <a:prstGeom prst="rect">
            <a:avLst/>
          </a:prstGeom>
          <a:noFill/>
          <a:ln w="0">
            <a:noFill/>
          </a:ln>
          <a:effectLst>
            <a:outerShdw dist="0" dir="0" blurRad="25560" rotWithShape="0">
              <a:srgbClr val="000000">
                <a:alpha val="46000"/>
              </a:srgbClr>
            </a:outerShdw>
          </a:effectLst>
        </p:spPr>
        <p:txBody>
          <a:bodyPr lIns="91440" tIns="45720" rIns="91440" bIns="45720" anchor="ctr" vert="eaVert">
            <a:noAutofit/>
          </a:bodyPr>
          <a:lstStyle>
            <a:lvl1pPr indent="0" algn="l" defTabSz="457200">
              <a:lnSpc>
                <a:spcPct val="100000"/>
              </a:lnSpc>
              <a:buNone/>
              <a:defRPr lang="en-US" sz="4000" b="0" u="none" strike="noStrike">
                <a:solidFill>
                  <a:schemeClr val="lt2"/>
                </a:solidFill>
                <a:effectLst/>
                <a:uFillTx/>
                <a:latin typeface="Calisto MT"/>
              </a:defRPr>
            </a:lvl1pPr>
          </a:lstStyle>
          <a:p>
            <a:pPr indent="0" algn="l" defTabSz="457200">
              <a:lnSpc>
                <a:spcPct val="100000"/>
              </a:lnSpc>
              <a:buNone/>
            </a:pPr>
            <a:r>
              <a:rPr lang="en-US" sz="4000" b="0" u="none" strike="noStrike">
                <a:solidFill>
                  <a:schemeClr val="lt2"/>
                </a:solidFill>
                <a:effectLst/>
                <a:uFillTx/>
                <a:latin typeface="Calisto MT"/>
              </a:rPr>
              <a:t>Click to edit Master title style</a:t>
            </a:r>
            <a:endParaRPr lang="en-US" sz="4000" b="0" u="none" strike="noStrike">
              <a:solidFill>
                <a:schemeClr val="lt2"/>
              </a:solidFill>
              <a:effectLst/>
              <a:uFillTx/>
              <a:latin typeface="Calisto MT"/>
            </a:endParaRPr>
          </a:p>
        </p:txBody>
      </p:sp>
      <p:sp>
        <p:nvSpPr>
          <p:cNvPr id="63" name="PlaceHolder 2"/>
          <p:cNvSpPr>
            <a:spLocks noGrp="1"/>
          </p:cNvSpPr>
          <p:nvPr>
            <p:ph type="body"/>
          </p:nvPr>
        </p:nvSpPr>
        <p:spPr>
          <a:xfrm>
            <a:off x="913680" y="609480"/>
            <a:ext cx="7916400" cy="5181120"/>
          </a:xfrm>
          <a:prstGeom prst="rect">
            <a:avLst/>
          </a:prstGeom>
          <a:noFill/>
          <a:ln w="0">
            <a:noFill/>
          </a:ln>
          <a:effectLst>
            <a:outerShdw dist="0" dir="0" blurRad="25560" rotWithShape="0">
              <a:srgbClr val="000000">
                <a:alpha val="46000"/>
              </a:srgbClr>
            </a:outerShdw>
          </a:effectLst>
        </p:spPr>
        <p:txBody>
          <a:bodyPr lIns="91440" tIns="45720" rIns="91440" bIns="45720" anchor="t" vert="eaVert">
            <a:noAutofit/>
          </a:bodyPr>
          <a:lstStyle>
            <a:lvl1pPr algn="l" defTabSz="457200">
              <a:lnSpc>
                <a:spcPct val="100000"/>
              </a:lnSpc>
              <a:spcBef>
                <a:spcPts val="400"/>
              </a:spcBef>
              <a:spcAft>
                <a:spcPts val="601"/>
              </a:spcAft>
              <a:buClr>
                <a:srgbClr val="DADADA"/>
              </a:buClr>
              <a:buSzPct val="70000"/>
              <a:buFont typeface="Wingdings 2" charset="2"/>
              <a:buChar char=""/>
              <a:defRPr lang="en-US" sz="2000" b="0" u="none" strike="noStrike">
                <a:solidFill>
                  <a:schemeClr val="lt2"/>
                </a:solidFill>
                <a:effectLst/>
                <a:uFillTx/>
                <a:latin typeface="Calisto MT"/>
              </a:defRPr>
            </a:lvl1pPr>
            <a:lvl2pPr lvl="1" algn="l" defTabSz="457200">
              <a:lnSpc>
                <a:spcPct val="100000"/>
              </a:lnSpc>
              <a:spcBef>
                <a:spcPts val="360"/>
              </a:spcBef>
              <a:spcAft>
                <a:spcPts val="601"/>
              </a:spcAft>
              <a:buClr>
                <a:srgbClr val="DADADA"/>
              </a:buClr>
              <a:buSzPct val="70000"/>
              <a:buFont typeface="Wingdings 2" charset="2"/>
              <a:buChar char=""/>
              <a:defRPr lang="en-US" sz="1800" b="0" u="none" strike="noStrike">
                <a:solidFill>
                  <a:schemeClr val="lt2"/>
                </a:solidFill>
                <a:effectLst/>
                <a:uFillTx/>
                <a:latin typeface="Calisto MT"/>
              </a:defRPr>
            </a:lvl2pPr>
            <a:lvl3pPr lvl="2" algn="l" defTabSz="457200">
              <a:lnSpc>
                <a:spcPct val="100000"/>
              </a:lnSpc>
              <a:spcBef>
                <a:spcPts val="320"/>
              </a:spcBef>
              <a:spcAft>
                <a:spcPts val="601"/>
              </a:spcAft>
              <a:buClr>
                <a:srgbClr val="DADADA"/>
              </a:buClr>
              <a:buSzPct val="70000"/>
              <a:buFont typeface="Wingdings 2" charset="2"/>
              <a:buChar char=""/>
              <a:defRPr lang="en-US" sz="1600" b="0" u="none" strike="noStrike">
                <a:solidFill>
                  <a:schemeClr val="lt2"/>
                </a:solidFill>
                <a:effectLst/>
                <a:uFillTx/>
                <a:latin typeface="Calisto MT"/>
              </a:defRPr>
            </a:lvl3pPr>
            <a:lvl4pPr lvl="3" algn="l" defTabSz="457200">
              <a:lnSpc>
                <a:spcPct val="100000"/>
              </a:lnSpc>
              <a:spcBef>
                <a:spcPts val="281"/>
              </a:spcBef>
              <a:spcAft>
                <a:spcPts val="601"/>
              </a:spcAft>
              <a:buClr>
                <a:srgbClr val="DADADA"/>
              </a:buClr>
              <a:buSzPct val="70000"/>
              <a:buFont typeface="Wingdings 2" charset="2"/>
              <a:buChar char=""/>
              <a:defRPr lang="en-US" sz="1400" b="0" u="none" strike="noStrike">
                <a:solidFill>
                  <a:schemeClr val="lt2"/>
                </a:solidFill>
                <a:effectLst/>
                <a:uFillTx/>
                <a:latin typeface="Calisto MT"/>
              </a:defRPr>
            </a:lvl4pPr>
            <a:lvl5pPr lvl="4" algn="l" defTabSz="457200">
              <a:lnSpc>
                <a:spcPct val="100000"/>
              </a:lnSpc>
              <a:spcBef>
                <a:spcPts val="281"/>
              </a:spcBef>
              <a:spcAft>
                <a:spcPts val="601"/>
              </a:spcAft>
              <a:buClr>
                <a:srgbClr val="DADADA"/>
              </a:buClr>
              <a:buSzPct val="70000"/>
              <a:buFont typeface="Wingdings 2" charset="2"/>
              <a:buChar char=""/>
              <a:defRPr lang="en-US" sz="1400" b="0" u="none" strike="noStrike">
                <a:solidFill>
                  <a:schemeClr val="lt2"/>
                </a:solidFill>
                <a:effectLst/>
                <a:uFillTx/>
                <a:latin typeface="Calisto MT"/>
              </a:defRPr>
            </a:lvl5pPr>
          </a:lstStyle>
          <a:p>
            <a:pPr marL="343080" indent="-306000" algn="l" defTabSz="457200">
              <a:lnSpc>
                <a:spcPct val="100000"/>
              </a:lnSpc>
              <a:spcBef>
                <a:spcPts val="400"/>
              </a:spcBef>
              <a:spcAft>
                <a:spcPts val="601"/>
              </a:spcAft>
              <a:buClr>
                <a:srgbClr val="DADADA"/>
              </a:buClr>
              <a:buSzPct val="70000"/>
              <a:buFont typeface="Wingdings 2" charset="2"/>
              <a:buChar char=""/>
            </a:pPr>
            <a:r>
              <a:rPr lang="en-US" sz="2000" b="0" u="none" strike="noStrike">
                <a:solidFill>
                  <a:schemeClr val="lt2"/>
                </a:solidFill>
                <a:effectLst/>
                <a:uFillTx/>
                <a:latin typeface="Calisto MT"/>
              </a:rPr>
              <a:t>Edit Master text styles</a:t>
            </a:r>
            <a:endParaRPr lang="en-US" sz="2000" b="0" u="none" strike="noStrike">
              <a:solidFill>
                <a:schemeClr val="lt2"/>
              </a:solidFill>
              <a:effectLst/>
              <a:uFillTx/>
              <a:latin typeface="Calisto MT"/>
            </a:endParaRPr>
          </a:p>
          <a:p>
            <a:pPr marL="720000" lvl="1" indent="-270000" algn="l" defTabSz="457200">
              <a:lnSpc>
                <a:spcPct val="100000"/>
              </a:lnSpc>
              <a:spcBef>
                <a:spcPts val="360"/>
              </a:spcBef>
              <a:spcAft>
                <a:spcPts val="601"/>
              </a:spcAft>
              <a:buClr>
                <a:srgbClr val="DADADA"/>
              </a:buClr>
              <a:buSzPct val="70000"/>
              <a:buFont typeface="Wingdings 2" charset="2"/>
              <a:buChar char=""/>
            </a:pPr>
            <a:r>
              <a:rPr lang="en-US" sz="1800" b="0" u="none" strike="noStrike">
                <a:solidFill>
                  <a:schemeClr val="lt2"/>
                </a:solidFill>
                <a:effectLst/>
                <a:uFillTx/>
                <a:latin typeface="Calisto MT"/>
              </a:rPr>
              <a:t>Second level</a:t>
            </a:r>
            <a:endParaRPr lang="en-US" sz="1800" b="0" u="none" strike="noStrike">
              <a:solidFill>
                <a:schemeClr val="lt2"/>
              </a:solidFill>
              <a:effectLst/>
              <a:uFillTx/>
              <a:latin typeface="Calisto MT"/>
            </a:endParaRPr>
          </a:p>
          <a:p>
            <a:pPr marL="1026000" lvl="2" indent="-216000" algn="l" defTabSz="457200">
              <a:lnSpc>
                <a:spcPct val="100000"/>
              </a:lnSpc>
              <a:spcBef>
                <a:spcPts val="320"/>
              </a:spcBef>
              <a:spcAft>
                <a:spcPts val="601"/>
              </a:spcAft>
              <a:buClr>
                <a:srgbClr val="DADADA"/>
              </a:buClr>
              <a:buSzPct val="70000"/>
              <a:buFont typeface="Wingdings 2" charset="2"/>
              <a:buChar char=""/>
            </a:pPr>
            <a:r>
              <a:rPr lang="en-US" sz="1600" b="0" u="none" strike="noStrike">
                <a:solidFill>
                  <a:schemeClr val="lt2"/>
                </a:solidFill>
                <a:effectLst/>
                <a:uFillTx/>
                <a:latin typeface="Calisto MT"/>
              </a:rPr>
              <a:t>Third level</a:t>
            </a:r>
            <a:endParaRPr lang="en-US" sz="1600" b="0" u="none" strike="noStrike">
              <a:solidFill>
                <a:schemeClr val="lt2"/>
              </a:solidFill>
              <a:effectLst/>
              <a:uFillTx/>
              <a:latin typeface="Calisto MT"/>
            </a:endParaRPr>
          </a:p>
          <a:p>
            <a:pPr marL="1386000" lvl="3" indent="-216000" algn="l" defTabSz="457200">
              <a:lnSpc>
                <a:spcPct val="100000"/>
              </a:lnSpc>
              <a:spcBef>
                <a:spcPts val="281"/>
              </a:spcBef>
              <a:spcAft>
                <a:spcPts val="601"/>
              </a:spcAft>
              <a:buClr>
                <a:srgbClr val="DADADA"/>
              </a:buClr>
              <a:buSzPct val="70000"/>
              <a:buFont typeface="Wingdings 2" charset="2"/>
              <a:buChar char=""/>
            </a:pPr>
            <a:r>
              <a:rPr lang="en-US" sz="1400" b="0" u="none" strike="noStrike">
                <a:solidFill>
                  <a:schemeClr val="lt2"/>
                </a:solidFill>
                <a:effectLst/>
                <a:uFillTx/>
                <a:latin typeface="Calisto MT"/>
              </a:rPr>
              <a:t>Fourth level</a:t>
            </a:r>
            <a:endParaRPr lang="en-US" sz="1400" b="0" u="none" strike="noStrike">
              <a:solidFill>
                <a:schemeClr val="lt2"/>
              </a:solidFill>
              <a:effectLst/>
              <a:uFillTx/>
              <a:latin typeface="Calisto MT"/>
            </a:endParaRPr>
          </a:p>
          <a:p>
            <a:pPr marL="1674000" lvl="4" indent="-216000" algn="l" defTabSz="457200">
              <a:lnSpc>
                <a:spcPct val="100000"/>
              </a:lnSpc>
              <a:spcBef>
                <a:spcPts val="281"/>
              </a:spcBef>
              <a:spcAft>
                <a:spcPts val="601"/>
              </a:spcAft>
              <a:buClr>
                <a:srgbClr val="DADADA"/>
              </a:buClr>
              <a:buSzPct val="70000"/>
              <a:buFont typeface="Wingdings 2" charset="2"/>
              <a:buChar char=""/>
            </a:pPr>
            <a:r>
              <a:rPr lang="en-US" sz="1400" b="0" u="none" strike="noStrike">
                <a:solidFill>
                  <a:schemeClr val="lt2"/>
                </a:solidFill>
                <a:effectLst/>
                <a:uFillTx/>
                <a:latin typeface="Calisto MT"/>
              </a:rPr>
              <a:t>Fifth level</a:t>
            </a:r>
            <a:endParaRPr lang="en-US" sz="1400" b="0" u="none" strike="noStrike">
              <a:solidFill>
                <a:schemeClr val="lt2"/>
              </a:solidFill>
              <a:effectLst/>
              <a:uFillTx/>
              <a:latin typeface="Calisto MT"/>
            </a:endParaRPr>
          </a:p>
        </p:txBody>
      </p:sp>
      <p:sp>
        <p:nvSpPr>
          <p:cNvPr id="64" name="PlaceHolder 3"/>
          <p:cNvSpPr>
            <a:spLocks noGrp="1"/>
          </p:cNvSpPr>
          <p:nvPr>
            <p:ph type="dt" idx="25"/>
          </p:nvPr>
        </p:nvSpPr>
        <p:spPr>
          <a:xfrm>
            <a:off x="7678800" y="5883120"/>
            <a:ext cx="2742840" cy="364680"/>
          </a:xfrm>
          <a:prstGeom prst="rect">
            <a:avLst/>
          </a:prstGeom>
          <a:noFill/>
          <a:ln w="0">
            <a:noFill/>
          </a:ln>
        </p:spPr>
        <p:txBody>
          <a:bodyPr lIns="91440" tIns="45720" rIns="91440" bIns="45720" anchor="ctr">
            <a:noAutofit/>
          </a:bodyPr>
          <a:lstStyle>
            <a:lvl1pPr indent="0" algn="r" defTabSz="457200">
              <a:lnSpc>
                <a:spcPct val="100000"/>
              </a:lnSpc>
              <a:buNone/>
              <a:defRPr lang="en-IN" sz="1000" b="0" u="none" strike="noStrike">
                <a:solidFill>
                  <a:schemeClr val="lt1">
                    <a:lumMod val="95000"/>
                  </a:schemeClr>
                </a:solidFill>
                <a:effectLst/>
                <a:uFillTx/>
                <a:latin typeface="Calisto MT"/>
              </a:defRPr>
            </a:lvl1pPr>
          </a:lstStyle>
          <a:p>
            <a:pPr indent="0" algn="r" defTabSz="457200">
              <a:lnSpc>
                <a:spcPct val="100000"/>
              </a:lnSpc>
              <a:buNone/>
            </a:pPr>
            <a:r>
              <a:rPr lang="en-IN" sz="1000" b="0" u="none" strike="noStrike">
                <a:solidFill>
                  <a:schemeClr val="lt1">
                    <a:lumMod val="95000"/>
                  </a:schemeClr>
                </a:solidFill>
                <a:effectLst/>
                <a:uFillTx/>
                <a:latin typeface="Calisto MT"/>
              </a:rPr>
              <a:t>&lt;date/time&gt;</a:t>
            </a:r>
            <a:endParaRPr lang="en-US" sz="1000" b="0" u="none" strike="noStrike">
              <a:solidFill>
                <a:srgbClr val="FFFFFF"/>
              </a:solidFill>
              <a:effectLst/>
              <a:uFillTx/>
              <a:latin typeface="Times New Roman"/>
            </a:endParaRPr>
          </a:p>
        </p:txBody>
      </p:sp>
      <p:sp>
        <p:nvSpPr>
          <p:cNvPr id="65" name="PlaceHolder 4"/>
          <p:cNvSpPr>
            <a:spLocks noGrp="1"/>
          </p:cNvSpPr>
          <p:nvPr>
            <p:ph type="ftr" idx="26"/>
          </p:nvPr>
        </p:nvSpPr>
        <p:spPr>
          <a:xfrm>
            <a:off x="913680" y="5883120"/>
            <a:ext cx="667260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FFFFFF"/>
                </a:solidFill>
                <a:effectLst/>
                <a:uFillTx/>
                <a:latin typeface="Times New Roman"/>
              </a:defRPr>
            </a:lvl1pPr>
          </a:lstStyle>
          <a:p>
            <a:pPr indent="0" algn="ctr">
              <a:buNone/>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66" name="PlaceHolder 5"/>
          <p:cNvSpPr>
            <a:spLocks noGrp="1"/>
          </p:cNvSpPr>
          <p:nvPr>
            <p:ph type="sldNum" idx="27"/>
          </p:nvPr>
        </p:nvSpPr>
        <p:spPr>
          <a:xfrm>
            <a:off x="10514160" y="5883120"/>
            <a:ext cx="753120" cy="364680"/>
          </a:xfrm>
          <a:prstGeom prst="rect">
            <a:avLst/>
          </a:prstGeom>
          <a:noFill/>
          <a:ln w="0">
            <a:noFill/>
          </a:ln>
        </p:spPr>
        <p:txBody>
          <a:bodyPr lIns="91440" tIns="45720" rIns="91440" bIns="45720" anchor="ctr">
            <a:noAutofit/>
          </a:bodyPr>
          <a:lstStyle>
            <a:lvl1pPr indent="0" algn="r" defTabSz="457200">
              <a:lnSpc>
                <a:spcPct val="100000"/>
              </a:lnSpc>
              <a:buNone/>
              <a:defRPr lang="en-IN" sz="1000" b="0" u="none" strike="noStrike">
                <a:solidFill>
                  <a:schemeClr val="lt1">
                    <a:lumMod val="95000"/>
                  </a:schemeClr>
                </a:solidFill>
                <a:effectLst/>
                <a:uFillTx/>
                <a:latin typeface="Calisto MT"/>
              </a:defRPr>
            </a:lvl1pPr>
          </a:lstStyle>
          <a:p>
            <a:pPr indent="0" algn="r" defTabSz="457200">
              <a:lnSpc>
                <a:spcPct val="100000"/>
              </a:lnSpc>
              <a:buNone/>
            </a:pPr>
            <a:fld id="{D99A64EC-AE17-4FE6-8A5E-DD7605EA2ABF}" type="slidenum">
              <a:rPr lang="en-IN" sz="1000" b="0" u="none" strike="noStrike">
                <a:solidFill>
                  <a:schemeClr val="lt1">
                    <a:lumMod val="95000"/>
                  </a:schemeClr>
                </a:solidFill>
                <a:effectLst/>
                <a:uFillTx/>
                <a:latin typeface="Calisto MT"/>
              </a:rPr>
              <a:t>&lt;number&gt;</a:t>
            </a:fld>
            <a:endParaRPr lang="en-US" sz="1000" b="0" u="none" strike="noStrike">
              <a:solidFill>
                <a:srgbClr val="FFFFFF"/>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blipFill rotWithShape="0">
          <a:blip r:embed="rId2"/>
          <a:stretch/>
        </a:blipFill>
      </p:bgPr>
    </p:bg>
    <p:spTree>
      <p:nvGrpSpPr>
        <p:cNvPr id="1" name=""/>
        <p:cNvGrpSpPr/>
        <p:nvPr/>
      </p:nvGrpSpPr>
      <p:grpSpPr>
        <a:xfrm>
          <a:off x="0" y="0"/>
          <a:ext cx="0" cy="0"/>
          <a:chOff x="0" y="0"/>
          <a:chExt cx="0" cy="0"/>
        </a:xfrm>
      </p:grpSpPr>
      <p:sp>
        <p:nvSpPr>
          <p:cNvPr id="67" name="PlaceHolder 1"/>
          <p:cNvSpPr>
            <a:spLocks noGrp="1"/>
          </p:cNvSpPr>
          <p:nvPr>
            <p:ph type="title"/>
          </p:nvPr>
        </p:nvSpPr>
        <p:spPr>
          <a:xfrm>
            <a:off x="913680" y="609480"/>
            <a:ext cx="10353240" cy="970200"/>
          </a:xfrm>
          <a:prstGeom prst="rect">
            <a:avLst/>
          </a:prstGeom>
          <a:noFill/>
          <a:ln w="0">
            <a:noFill/>
          </a:ln>
          <a:effectLst>
            <a:outerShdw dist="0" dir="0" blurRad="25560" rotWithShape="0">
              <a:srgbClr val="000000">
                <a:alpha val="46000"/>
              </a:srgbClr>
            </a:outerShdw>
          </a:effectLst>
        </p:spPr>
        <p:txBody>
          <a:bodyPr lIns="91440" tIns="45720" rIns="91440" bIns="45720" anchor="ctr">
            <a:noAutofit/>
          </a:bodyPr>
          <a:lstStyle>
            <a:lvl1pPr indent="0" algn="ctr" defTabSz="457200">
              <a:lnSpc>
                <a:spcPct val="100000"/>
              </a:lnSpc>
              <a:buNone/>
              <a:defRPr lang="en-US" sz="4000" b="0" u="none" strike="noStrike">
                <a:solidFill>
                  <a:schemeClr val="lt2"/>
                </a:solidFill>
                <a:effectLst/>
                <a:uFillTx/>
                <a:latin typeface="Calisto MT"/>
              </a:defRPr>
            </a:lvl1pPr>
          </a:lstStyle>
          <a:p>
            <a:pPr indent="0" algn="ctr" defTabSz="457200">
              <a:lnSpc>
                <a:spcPct val="100000"/>
              </a:lnSpc>
              <a:buNone/>
            </a:pPr>
            <a:r>
              <a:rPr lang="en-US" sz="4000" b="0" u="none" strike="noStrike">
                <a:solidFill>
                  <a:schemeClr val="lt2"/>
                </a:solidFill>
                <a:effectLst/>
                <a:uFillTx/>
                <a:latin typeface="Calisto MT"/>
              </a:rPr>
              <a:t>Click to edit Master title style</a:t>
            </a:r>
            <a:endParaRPr lang="en-US" sz="4000" b="0" u="none" strike="noStrike">
              <a:solidFill>
                <a:schemeClr val="lt2"/>
              </a:solidFill>
              <a:effectLst/>
              <a:uFillTx/>
              <a:latin typeface="Calisto MT"/>
            </a:endParaRPr>
          </a:p>
        </p:txBody>
      </p:sp>
      <p:sp>
        <p:nvSpPr>
          <p:cNvPr id="68" name="PlaceHolder 2"/>
          <p:cNvSpPr>
            <a:spLocks noGrp="1"/>
          </p:cNvSpPr>
          <p:nvPr>
            <p:ph type="body"/>
          </p:nvPr>
        </p:nvSpPr>
        <p:spPr>
          <a:xfrm>
            <a:off x="913680" y="1732320"/>
            <a:ext cx="10353240" cy="4058280"/>
          </a:xfrm>
          <a:prstGeom prst="rect">
            <a:avLst/>
          </a:prstGeom>
          <a:noFill/>
          <a:ln w="0">
            <a:noFill/>
          </a:ln>
          <a:effectLst>
            <a:outerShdw dist="0" dir="0" blurRad="25560" rotWithShape="0">
              <a:srgbClr val="000000">
                <a:alpha val="46000"/>
              </a:srgbClr>
            </a:outerShdw>
          </a:effectLst>
        </p:spPr>
        <p:txBody>
          <a:bodyPr lIns="91440" tIns="45720" rIns="91440" bIns="45720" anchor="t">
            <a:noAutofit/>
          </a:bodyPr>
          <a:lstStyle>
            <a:lvl1pPr algn="l" defTabSz="457200">
              <a:lnSpc>
                <a:spcPct val="100000"/>
              </a:lnSpc>
              <a:spcBef>
                <a:spcPts val="400"/>
              </a:spcBef>
              <a:spcAft>
                <a:spcPts val="601"/>
              </a:spcAft>
              <a:buClr>
                <a:srgbClr val="DADADA"/>
              </a:buClr>
              <a:buSzPct val="70000"/>
              <a:buFont typeface="Wingdings 2" charset="2"/>
              <a:buChar char=""/>
              <a:defRPr lang="en-US" sz="2000" b="0" u="none" strike="noStrike">
                <a:solidFill>
                  <a:schemeClr val="lt2"/>
                </a:solidFill>
                <a:effectLst/>
                <a:uFillTx/>
                <a:latin typeface="Calisto MT"/>
              </a:defRPr>
            </a:lvl1pPr>
            <a:lvl2pPr lvl="1" algn="l" defTabSz="457200">
              <a:lnSpc>
                <a:spcPct val="100000"/>
              </a:lnSpc>
              <a:spcBef>
                <a:spcPts val="360"/>
              </a:spcBef>
              <a:spcAft>
                <a:spcPts val="601"/>
              </a:spcAft>
              <a:buClr>
                <a:srgbClr val="DADADA"/>
              </a:buClr>
              <a:buSzPct val="70000"/>
              <a:buFont typeface="Wingdings 2" charset="2"/>
              <a:buChar char=""/>
              <a:defRPr lang="en-US" sz="1800" b="0" u="none" strike="noStrike">
                <a:solidFill>
                  <a:schemeClr val="lt2"/>
                </a:solidFill>
                <a:effectLst/>
                <a:uFillTx/>
                <a:latin typeface="Calisto MT"/>
              </a:defRPr>
            </a:lvl2pPr>
            <a:lvl3pPr lvl="2" algn="l" defTabSz="457200">
              <a:lnSpc>
                <a:spcPct val="100000"/>
              </a:lnSpc>
              <a:spcBef>
                <a:spcPts val="320"/>
              </a:spcBef>
              <a:spcAft>
                <a:spcPts val="601"/>
              </a:spcAft>
              <a:buClr>
                <a:srgbClr val="DADADA"/>
              </a:buClr>
              <a:buSzPct val="70000"/>
              <a:buFont typeface="Wingdings 2" charset="2"/>
              <a:buChar char=""/>
              <a:defRPr lang="en-US" sz="1600" b="0" u="none" strike="noStrike">
                <a:solidFill>
                  <a:schemeClr val="lt2"/>
                </a:solidFill>
                <a:effectLst/>
                <a:uFillTx/>
                <a:latin typeface="Calisto MT"/>
              </a:defRPr>
            </a:lvl3pPr>
            <a:lvl4pPr lvl="3" algn="l" defTabSz="457200">
              <a:lnSpc>
                <a:spcPct val="100000"/>
              </a:lnSpc>
              <a:spcBef>
                <a:spcPts val="281"/>
              </a:spcBef>
              <a:spcAft>
                <a:spcPts val="601"/>
              </a:spcAft>
              <a:buClr>
                <a:srgbClr val="DADADA"/>
              </a:buClr>
              <a:buSzPct val="70000"/>
              <a:buFont typeface="Wingdings 2" charset="2"/>
              <a:buChar char=""/>
              <a:defRPr lang="en-US" sz="1400" b="0" u="none" strike="noStrike">
                <a:solidFill>
                  <a:schemeClr val="lt2"/>
                </a:solidFill>
                <a:effectLst/>
                <a:uFillTx/>
                <a:latin typeface="Calisto MT"/>
              </a:defRPr>
            </a:lvl4pPr>
            <a:lvl5pPr lvl="4" algn="l" defTabSz="457200">
              <a:lnSpc>
                <a:spcPct val="100000"/>
              </a:lnSpc>
              <a:spcBef>
                <a:spcPts val="281"/>
              </a:spcBef>
              <a:spcAft>
                <a:spcPts val="601"/>
              </a:spcAft>
              <a:buClr>
                <a:srgbClr val="DADADA"/>
              </a:buClr>
              <a:buSzPct val="70000"/>
              <a:buFont typeface="Wingdings 2" charset="2"/>
              <a:buChar char=""/>
              <a:defRPr lang="en-US" sz="1400" b="0" u="none" strike="noStrike">
                <a:solidFill>
                  <a:schemeClr val="lt2"/>
                </a:solidFill>
                <a:effectLst/>
                <a:uFillTx/>
                <a:latin typeface="Calisto MT"/>
              </a:defRPr>
            </a:lvl5pPr>
          </a:lstStyle>
          <a:p>
            <a:pPr marL="343080" indent="-306000" algn="l" defTabSz="457200">
              <a:lnSpc>
                <a:spcPct val="100000"/>
              </a:lnSpc>
              <a:spcBef>
                <a:spcPts val="400"/>
              </a:spcBef>
              <a:spcAft>
                <a:spcPts val="601"/>
              </a:spcAft>
              <a:buClr>
                <a:srgbClr val="DADADA"/>
              </a:buClr>
              <a:buSzPct val="70000"/>
              <a:buFont typeface="Wingdings 2" charset="2"/>
              <a:buChar char=""/>
            </a:pPr>
            <a:r>
              <a:rPr lang="en-US" sz="2000" b="0" u="none" strike="noStrike">
                <a:solidFill>
                  <a:schemeClr val="lt2"/>
                </a:solidFill>
                <a:effectLst/>
                <a:uFillTx/>
                <a:latin typeface="Calisto MT"/>
              </a:rPr>
              <a:t>Edit Master text styles</a:t>
            </a:r>
            <a:endParaRPr lang="en-US" sz="2000" b="0" u="none" strike="noStrike">
              <a:solidFill>
                <a:schemeClr val="lt2"/>
              </a:solidFill>
              <a:effectLst/>
              <a:uFillTx/>
              <a:latin typeface="Calisto MT"/>
            </a:endParaRPr>
          </a:p>
          <a:p>
            <a:pPr marL="720000" lvl="1" indent="-270000" algn="l" defTabSz="457200">
              <a:lnSpc>
                <a:spcPct val="100000"/>
              </a:lnSpc>
              <a:spcBef>
                <a:spcPts val="360"/>
              </a:spcBef>
              <a:spcAft>
                <a:spcPts val="601"/>
              </a:spcAft>
              <a:buClr>
                <a:srgbClr val="DADADA"/>
              </a:buClr>
              <a:buSzPct val="70000"/>
              <a:buFont typeface="Wingdings 2" charset="2"/>
              <a:buChar char=""/>
            </a:pPr>
            <a:r>
              <a:rPr lang="en-US" sz="1800" b="0" u="none" strike="noStrike">
                <a:solidFill>
                  <a:schemeClr val="lt2"/>
                </a:solidFill>
                <a:effectLst/>
                <a:uFillTx/>
                <a:latin typeface="Calisto MT"/>
              </a:rPr>
              <a:t>Second level</a:t>
            </a:r>
            <a:endParaRPr lang="en-US" sz="1800" b="0" u="none" strike="noStrike">
              <a:solidFill>
                <a:schemeClr val="lt2"/>
              </a:solidFill>
              <a:effectLst/>
              <a:uFillTx/>
              <a:latin typeface="Calisto MT"/>
            </a:endParaRPr>
          </a:p>
          <a:p>
            <a:pPr marL="1026000" lvl="2" indent="-216000" algn="l" defTabSz="457200">
              <a:lnSpc>
                <a:spcPct val="100000"/>
              </a:lnSpc>
              <a:spcBef>
                <a:spcPts val="320"/>
              </a:spcBef>
              <a:spcAft>
                <a:spcPts val="601"/>
              </a:spcAft>
              <a:buClr>
                <a:srgbClr val="DADADA"/>
              </a:buClr>
              <a:buSzPct val="70000"/>
              <a:buFont typeface="Wingdings 2" charset="2"/>
              <a:buChar char=""/>
            </a:pPr>
            <a:r>
              <a:rPr lang="en-US" sz="1600" b="0" u="none" strike="noStrike">
                <a:solidFill>
                  <a:schemeClr val="lt2"/>
                </a:solidFill>
                <a:effectLst/>
                <a:uFillTx/>
                <a:latin typeface="Calisto MT"/>
              </a:rPr>
              <a:t>Third level</a:t>
            </a:r>
            <a:endParaRPr lang="en-US" sz="1600" b="0" u="none" strike="noStrike">
              <a:solidFill>
                <a:schemeClr val="lt2"/>
              </a:solidFill>
              <a:effectLst/>
              <a:uFillTx/>
              <a:latin typeface="Calisto MT"/>
            </a:endParaRPr>
          </a:p>
          <a:p>
            <a:pPr marL="1386000" lvl="3" indent="-216000" algn="l" defTabSz="457200">
              <a:lnSpc>
                <a:spcPct val="100000"/>
              </a:lnSpc>
              <a:spcBef>
                <a:spcPts val="281"/>
              </a:spcBef>
              <a:spcAft>
                <a:spcPts val="601"/>
              </a:spcAft>
              <a:buClr>
                <a:srgbClr val="DADADA"/>
              </a:buClr>
              <a:buSzPct val="70000"/>
              <a:buFont typeface="Wingdings 2" charset="2"/>
              <a:buChar char=""/>
            </a:pPr>
            <a:r>
              <a:rPr lang="en-US" sz="1400" b="0" u="none" strike="noStrike">
                <a:solidFill>
                  <a:schemeClr val="lt2"/>
                </a:solidFill>
                <a:effectLst/>
                <a:uFillTx/>
                <a:latin typeface="Calisto MT"/>
              </a:rPr>
              <a:t>Fourth level</a:t>
            </a:r>
            <a:endParaRPr lang="en-US" sz="1400" b="0" u="none" strike="noStrike">
              <a:solidFill>
                <a:schemeClr val="lt2"/>
              </a:solidFill>
              <a:effectLst/>
              <a:uFillTx/>
              <a:latin typeface="Calisto MT"/>
            </a:endParaRPr>
          </a:p>
          <a:p>
            <a:pPr marL="1674000" lvl="4" indent="-216000" algn="l" defTabSz="457200">
              <a:lnSpc>
                <a:spcPct val="100000"/>
              </a:lnSpc>
              <a:spcBef>
                <a:spcPts val="281"/>
              </a:spcBef>
              <a:spcAft>
                <a:spcPts val="601"/>
              </a:spcAft>
              <a:buClr>
                <a:srgbClr val="DADADA"/>
              </a:buClr>
              <a:buSzPct val="70000"/>
              <a:buFont typeface="Wingdings 2" charset="2"/>
              <a:buChar char=""/>
            </a:pPr>
            <a:r>
              <a:rPr lang="en-US" sz="1400" b="0" u="none" strike="noStrike">
                <a:solidFill>
                  <a:schemeClr val="lt2"/>
                </a:solidFill>
                <a:effectLst/>
                <a:uFillTx/>
                <a:latin typeface="Calisto MT"/>
              </a:rPr>
              <a:t>Fifth level</a:t>
            </a:r>
            <a:endParaRPr lang="en-US" sz="1400" b="0" u="none" strike="noStrike">
              <a:solidFill>
                <a:schemeClr val="lt2"/>
              </a:solidFill>
              <a:effectLst/>
              <a:uFillTx/>
              <a:latin typeface="Calisto MT"/>
            </a:endParaRPr>
          </a:p>
        </p:txBody>
      </p:sp>
      <p:sp>
        <p:nvSpPr>
          <p:cNvPr id="69" name="PlaceHolder 3"/>
          <p:cNvSpPr>
            <a:spLocks noGrp="1"/>
          </p:cNvSpPr>
          <p:nvPr>
            <p:ph type="dt" idx="28"/>
          </p:nvPr>
        </p:nvSpPr>
        <p:spPr>
          <a:xfrm>
            <a:off x="7678800" y="5883120"/>
            <a:ext cx="2742840" cy="364680"/>
          </a:xfrm>
          <a:prstGeom prst="rect">
            <a:avLst/>
          </a:prstGeom>
          <a:noFill/>
          <a:ln w="0">
            <a:noFill/>
          </a:ln>
        </p:spPr>
        <p:txBody>
          <a:bodyPr lIns="91440" tIns="45720" rIns="91440" bIns="45720" anchor="ctr">
            <a:noAutofit/>
          </a:bodyPr>
          <a:lstStyle>
            <a:lvl1pPr indent="0" algn="r" defTabSz="457200">
              <a:lnSpc>
                <a:spcPct val="100000"/>
              </a:lnSpc>
              <a:buNone/>
              <a:defRPr lang="en-IN" sz="1000" b="0" u="none" strike="noStrike">
                <a:solidFill>
                  <a:schemeClr val="lt1">
                    <a:lumMod val="95000"/>
                  </a:schemeClr>
                </a:solidFill>
                <a:effectLst/>
                <a:uFillTx/>
                <a:latin typeface="Calisto MT"/>
              </a:defRPr>
            </a:lvl1pPr>
          </a:lstStyle>
          <a:p>
            <a:pPr indent="0" algn="r" defTabSz="457200">
              <a:lnSpc>
                <a:spcPct val="100000"/>
              </a:lnSpc>
              <a:buNone/>
            </a:pPr>
            <a:r>
              <a:rPr lang="en-IN" sz="1000" b="0" u="none" strike="noStrike">
                <a:solidFill>
                  <a:schemeClr val="lt1">
                    <a:lumMod val="95000"/>
                  </a:schemeClr>
                </a:solidFill>
                <a:effectLst/>
                <a:uFillTx/>
                <a:latin typeface="Calisto MT"/>
              </a:rPr>
              <a:t>&lt;date/time&gt;</a:t>
            </a:r>
            <a:endParaRPr lang="en-US" sz="1000" b="0" u="none" strike="noStrike">
              <a:solidFill>
                <a:srgbClr val="FFFFFF"/>
              </a:solidFill>
              <a:effectLst/>
              <a:uFillTx/>
              <a:latin typeface="Times New Roman"/>
            </a:endParaRPr>
          </a:p>
        </p:txBody>
      </p:sp>
      <p:sp>
        <p:nvSpPr>
          <p:cNvPr id="70" name="PlaceHolder 4"/>
          <p:cNvSpPr>
            <a:spLocks noGrp="1"/>
          </p:cNvSpPr>
          <p:nvPr>
            <p:ph type="ftr" idx="29"/>
          </p:nvPr>
        </p:nvSpPr>
        <p:spPr>
          <a:xfrm>
            <a:off x="913680" y="5883120"/>
            <a:ext cx="667260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FFFFFF"/>
                </a:solidFill>
                <a:effectLst/>
                <a:uFillTx/>
                <a:latin typeface="Times New Roman"/>
              </a:defRPr>
            </a:lvl1pPr>
          </a:lstStyle>
          <a:p>
            <a:pPr indent="0" algn="ctr">
              <a:buNone/>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71" name="PlaceHolder 5"/>
          <p:cNvSpPr>
            <a:spLocks noGrp="1"/>
          </p:cNvSpPr>
          <p:nvPr>
            <p:ph type="sldNum" idx="30"/>
          </p:nvPr>
        </p:nvSpPr>
        <p:spPr>
          <a:xfrm>
            <a:off x="10514160" y="5883120"/>
            <a:ext cx="753120" cy="364680"/>
          </a:xfrm>
          <a:prstGeom prst="rect">
            <a:avLst/>
          </a:prstGeom>
          <a:noFill/>
          <a:ln w="0">
            <a:noFill/>
          </a:ln>
        </p:spPr>
        <p:txBody>
          <a:bodyPr lIns="91440" tIns="45720" rIns="91440" bIns="45720" anchor="ctr">
            <a:noAutofit/>
          </a:bodyPr>
          <a:lstStyle>
            <a:lvl1pPr indent="0" algn="r" defTabSz="457200">
              <a:lnSpc>
                <a:spcPct val="100000"/>
              </a:lnSpc>
              <a:buNone/>
              <a:defRPr lang="en-IN" sz="1000" b="0" u="none" strike="noStrike">
                <a:solidFill>
                  <a:schemeClr val="lt1">
                    <a:lumMod val="95000"/>
                  </a:schemeClr>
                </a:solidFill>
                <a:effectLst/>
                <a:uFillTx/>
                <a:latin typeface="Calisto MT"/>
              </a:defRPr>
            </a:lvl1pPr>
          </a:lstStyle>
          <a:p>
            <a:pPr indent="0" algn="r" defTabSz="457200">
              <a:lnSpc>
                <a:spcPct val="100000"/>
              </a:lnSpc>
              <a:buNone/>
            </a:pPr>
            <a:fld id="{8CC3A01B-B3EC-46C3-A808-57454C28AC70}" type="slidenum">
              <a:rPr lang="en-IN" sz="1000" b="0" u="none" strike="noStrike">
                <a:solidFill>
                  <a:schemeClr val="lt1">
                    <a:lumMod val="95000"/>
                  </a:schemeClr>
                </a:solidFill>
                <a:effectLst/>
                <a:uFillTx/>
                <a:latin typeface="Calisto MT"/>
              </a:rPr>
              <a:t>&lt;number&gt;</a:t>
            </a:fld>
            <a:endParaRPr lang="en-US" sz="1000" b="0" u="none" strike="noStrike">
              <a:solidFill>
                <a:srgbClr val="FFFFFF"/>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blipFill rotWithShape="0">
          <a:blip r:embed="rId2"/>
          <a:stretch/>
        </a:blipFill>
      </p:bgPr>
    </p:bg>
    <p:spTree>
      <p:nvGrpSpPr>
        <p:cNvPr id="1" name=""/>
        <p:cNvGrpSpPr/>
        <p:nvPr/>
      </p:nvGrpSpPr>
      <p:grpSpPr>
        <a:xfrm>
          <a:off x="0" y="0"/>
          <a:ext cx="0" cy="0"/>
          <a:chOff x="0" y="0"/>
          <a:chExt cx="0" cy="0"/>
        </a:xfrm>
      </p:grpSpPr>
      <p:sp>
        <p:nvSpPr>
          <p:cNvPr id="72" name="PlaceHolder 1"/>
          <p:cNvSpPr>
            <a:spLocks noGrp="1"/>
          </p:cNvSpPr>
          <p:nvPr>
            <p:ph type="title"/>
          </p:nvPr>
        </p:nvSpPr>
        <p:spPr>
          <a:xfrm>
            <a:off x="1295280" y="1761120"/>
            <a:ext cx="9590040" cy="1828440"/>
          </a:xfrm>
          <a:prstGeom prst="rect">
            <a:avLst/>
          </a:prstGeom>
          <a:noFill/>
          <a:ln w="0">
            <a:noFill/>
          </a:ln>
          <a:effectLst>
            <a:outerShdw dist="0" dir="0" blurRad="25560" rotWithShape="0">
              <a:srgbClr val="000000">
                <a:alpha val="46000"/>
              </a:srgbClr>
            </a:outerShdw>
          </a:effectLst>
        </p:spPr>
        <p:txBody>
          <a:bodyPr lIns="91440" tIns="45720" rIns="91440" bIns="45720" anchor="b">
            <a:noAutofit/>
          </a:bodyPr>
          <a:lstStyle>
            <a:lvl1pPr indent="0" algn="ctr" defTabSz="457200">
              <a:lnSpc>
                <a:spcPct val="100000"/>
              </a:lnSpc>
              <a:buNone/>
              <a:defRPr lang="en-US" sz="4000" b="0" u="none" strike="noStrike">
                <a:solidFill>
                  <a:schemeClr val="lt2"/>
                </a:solidFill>
                <a:effectLst/>
                <a:uFillTx/>
                <a:latin typeface="Calisto MT"/>
              </a:defRPr>
            </a:lvl1pPr>
          </a:lstStyle>
          <a:p>
            <a:pPr indent="0" algn="ctr" defTabSz="457200">
              <a:lnSpc>
                <a:spcPct val="100000"/>
              </a:lnSpc>
              <a:buNone/>
            </a:pPr>
            <a:r>
              <a:rPr lang="en-US" sz="4000" b="0" u="none" strike="noStrike">
                <a:solidFill>
                  <a:schemeClr val="lt2"/>
                </a:solidFill>
                <a:effectLst/>
                <a:uFillTx/>
                <a:latin typeface="Calisto MT"/>
              </a:rPr>
              <a:t>Click to edit Master title style</a:t>
            </a:r>
            <a:endParaRPr lang="en-US" sz="4000" b="0" u="none" strike="noStrike">
              <a:solidFill>
                <a:schemeClr val="lt2"/>
              </a:solidFill>
              <a:effectLst/>
              <a:uFillTx/>
              <a:latin typeface="Calisto MT"/>
            </a:endParaRPr>
          </a:p>
        </p:txBody>
      </p:sp>
      <p:sp>
        <p:nvSpPr>
          <p:cNvPr id="73" name="PlaceHolder 2"/>
          <p:cNvSpPr>
            <a:spLocks noGrp="1"/>
          </p:cNvSpPr>
          <p:nvPr>
            <p:ph type="body"/>
          </p:nvPr>
        </p:nvSpPr>
        <p:spPr>
          <a:xfrm>
            <a:off x="1295280" y="3589920"/>
            <a:ext cx="9590040" cy="1506600"/>
          </a:xfrm>
          <a:prstGeom prst="rect">
            <a:avLst/>
          </a:prstGeom>
          <a:noFill/>
          <a:ln w="0">
            <a:noFill/>
          </a:ln>
          <a:effectLst>
            <a:outerShdw dist="0" dir="0" blurRad="25560" rotWithShape="0">
              <a:srgbClr val="000000">
                <a:alpha val="46000"/>
              </a:srgbClr>
            </a:outerShdw>
          </a:effectLst>
        </p:spPr>
        <p:txBody>
          <a:bodyPr lIns="91440" tIns="45720" rIns="91440" bIns="45720" anchor="t">
            <a:noAutofit/>
          </a:bodyPr>
          <a:lstStyle>
            <a:lvl1pPr indent="0" algn="ctr" defTabSz="457200">
              <a:lnSpc>
                <a:spcPct val="100000"/>
              </a:lnSpc>
              <a:spcBef>
                <a:spcPts val="400"/>
              </a:spcBef>
              <a:spcAft>
                <a:spcPts val="601"/>
              </a:spcAft>
              <a:buNone/>
              <a:tabLst>
                <a:tab pos="0" algn="l"/>
              </a:tabLst>
              <a:defRPr lang="en-US" sz="2000" b="0" u="none" strike="noStrike">
                <a:ln>
                  <a:solidFill>
                    <a:schemeClr val="dk1">
                      <a:lumMod val="75000"/>
                      <a:lumOff val="25000"/>
                      <a:alpha val="10000"/>
                    </a:schemeClr>
                  </a:solidFill>
                </a:ln>
                <a:solidFill>
                  <a:srgbClr val="FFFFFF"/>
                </a:solidFill>
                <a:effectLst/>
                <a:uFillTx/>
                <a:latin typeface="Calisto MT"/>
              </a:defRPr>
            </a:lvl1pPr>
          </a:lstStyle>
          <a:p>
            <a:pPr indent="0" algn="ctr" defTabSz="457200">
              <a:lnSpc>
                <a:spcPct val="100000"/>
              </a:lnSpc>
              <a:spcBef>
                <a:spcPts val="400"/>
              </a:spcBef>
              <a:spcAft>
                <a:spcPts val="601"/>
              </a:spcAft>
              <a:buNone/>
              <a:tabLst>
                <a:tab pos="0" algn="l"/>
              </a:tabLst>
            </a:pPr>
            <a:r>
              <a:rPr lang="en-US" sz="2000" b="0" u="none" strike="noStrike">
                <a:ln>
                  <a:solidFill>
                    <a:schemeClr val="dk1">
                      <a:lumMod val="75000"/>
                      <a:lumOff val="25000"/>
                      <a:alpha val="10000"/>
                    </a:schemeClr>
                  </a:solidFill>
                </a:ln>
                <a:solidFill>
                  <a:srgbClr val="FFFFFF"/>
                </a:solidFill>
                <a:effectLst/>
                <a:uFillTx/>
                <a:latin typeface="Calisto MT"/>
              </a:rPr>
              <a:t>Edit Master text styles</a:t>
            </a:r>
            <a:endParaRPr lang="en-US" sz="2000" b="0" u="none" strike="noStrike">
              <a:ln>
                <a:solidFill>
                  <a:schemeClr val="dk1">
                    <a:lumMod val="75000"/>
                    <a:lumOff val="25000"/>
                    <a:alpha val="10000"/>
                  </a:schemeClr>
                </a:solidFill>
              </a:ln>
              <a:solidFill>
                <a:srgbClr val="FFFFFF"/>
              </a:solidFill>
              <a:effectLst/>
              <a:uFillTx/>
              <a:latin typeface="Calisto MT"/>
            </a:endParaRPr>
          </a:p>
        </p:txBody>
      </p:sp>
      <p:sp>
        <p:nvSpPr>
          <p:cNvPr id="74" name="PlaceHolder 3"/>
          <p:cNvSpPr>
            <a:spLocks noGrp="1"/>
          </p:cNvSpPr>
          <p:nvPr>
            <p:ph type="dt" idx="31"/>
          </p:nvPr>
        </p:nvSpPr>
        <p:spPr>
          <a:xfrm>
            <a:off x="7678800" y="5883120"/>
            <a:ext cx="2742840" cy="364680"/>
          </a:xfrm>
          <a:prstGeom prst="rect">
            <a:avLst/>
          </a:prstGeom>
          <a:noFill/>
          <a:ln w="0">
            <a:noFill/>
          </a:ln>
        </p:spPr>
        <p:txBody>
          <a:bodyPr lIns="91440" tIns="45720" rIns="91440" bIns="45720" anchor="ctr">
            <a:noAutofit/>
          </a:bodyPr>
          <a:lstStyle>
            <a:lvl1pPr indent="0" algn="r" defTabSz="457200">
              <a:lnSpc>
                <a:spcPct val="100000"/>
              </a:lnSpc>
              <a:buNone/>
              <a:defRPr lang="en-IN" sz="1000" b="0" u="none" strike="noStrike">
                <a:solidFill>
                  <a:schemeClr val="lt1">
                    <a:lumMod val="95000"/>
                  </a:schemeClr>
                </a:solidFill>
                <a:effectLst/>
                <a:uFillTx/>
                <a:latin typeface="Calisto MT"/>
              </a:defRPr>
            </a:lvl1pPr>
          </a:lstStyle>
          <a:p>
            <a:pPr indent="0" algn="r" defTabSz="457200">
              <a:lnSpc>
                <a:spcPct val="100000"/>
              </a:lnSpc>
              <a:buNone/>
            </a:pPr>
            <a:r>
              <a:rPr lang="en-IN" sz="1000" b="0" u="none" strike="noStrike">
                <a:solidFill>
                  <a:schemeClr val="lt1">
                    <a:lumMod val="95000"/>
                  </a:schemeClr>
                </a:solidFill>
                <a:effectLst/>
                <a:uFillTx/>
                <a:latin typeface="Calisto MT"/>
              </a:rPr>
              <a:t>&lt;date/time&gt;</a:t>
            </a:r>
            <a:endParaRPr lang="en-US" sz="1000" b="0" u="none" strike="noStrike">
              <a:solidFill>
                <a:srgbClr val="FFFFFF"/>
              </a:solidFill>
              <a:effectLst/>
              <a:uFillTx/>
              <a:latin typeface="Times New Roman"/>
            </a:endParaRPr>
          </a:p>
        </p:txBody>
      </p:sp>
      <p:sp>
        <p:nvSpPr>
          <p:cNvPr id="75" name="PlaceHolder 4"/>
          <p:cNvSpPr>
            <a:spLocks noGrp="1"/>
          </p:cNvSpPr>
          <p:nvPr>
            <p:ph type="ftr" idx="32"/>
          </p:nvPr>
        </p:nvSpPr>
        <p:spPr>
          <a:xfrm>
            <a:off x="913680" y="5883120"/>
            <a:ext cx="667260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FFFFFF"/>
                </a:solidFill>
                <a:effectLst/>
                <a:uFillTx/>
                <a:latin typeface="Times New Roman"/>
              </a:defRPr>
            </a:lvl1pPr>
          </a:lstStyle>
          <a:p>
            <a:pPr indent="0" algn="ctr">
              <a:buNone/>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76" name="PlaceHolder 5"/>
          <p:cNvSpPr>
            <a:spLocks noGrp="1"/>
          </p:cNvSpPr>
          <p:nvPr>
            <p:ph type="sldNum" idx="33"/>
          </p:nvPr>
        </p:nvSpPr>
        <p:spPr>
          <a:xfrm>
            <a:off x="10514160" y="5883120"/>
            <a:ext cx="753120" cy="364680"/>
          </a:xfrm>
          <a:prstGeom prst="rect">
            <a:avLst/>
          </a:prstGeom>
          <a:noFill/>
          <a:ln w="0">
            <a:noFill/>
          </a:ln>
        </p:spPr>
        <p:txBody>
          <a:bodyPr lIns="91440" tIns="45720" rIns="91440" bIns="45720" anchor="ctr">
            <a:noAutofit/>
          </a:bodyPr>
          <a:lstStyle>
            <a:lvl1pPr indent="0" algn="r" defTabSz="457200">
              <a:lnSpc>
                <a:spcPct val="100000"/>
              </a:lnSpc>
              <a:buNone/>
              <a:defRPr lang="en-IN" sz="1000" b="0" u="none" strike="noStrike">
                <a:solidFill>
                  <a:schemeClr val="lt1">
                    <a:lumMod val="95000"/>
                  </a:schemeClr>
                </a:solidFill>
                <a:effectLst/>
                <a:uFillTx/>
                <a:latin typeface="Calisto MT"/>
              </a:defRPr>
            </a:lvl1pPr>
          </a:lstStyle>
          <a:p>
            <a:pPr indent="0" algn="r" defTabSz="457200">
              <a:lnSpc>
                <a:spcPct val="100000"/>
              </a:lnSpc>
              <a:buNone/>
            </a:pPr>
            <a:fld id="{D4B075A5-4496-4A03-BBDD-C95098B0713D}" type="slidenum">
              <a:rPr lang="en-IN" sz="1000" b="0" u="none" strike="noStrike">
                <a:solidFill>
                  <a:schemeClr val="lt1">
                    <a:lumMod val="95000"/>
                  </a:schemeClr>
                </a:solidFill>
                <a:effectLst/>
                <a:uFillTx/>
                <a:latin typeface="Calisto MT"/>
              </a:rPr>
              <a:t>&lt;number&gt;</a:t>
            </a:fld>
            <a:endParaRPr lang="en-US" sz="1000" b="0" u="none" strike="noStrike">
              <a:solidFill>
                <a:srgbClr val="FFFFFF"/>
              </a:solidFill>
              <a:effectLst/>
              <a:uFillTx/>
              <a:latin typeface="Times New Roman"/>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blipFill rotWithShape="0">
          <a:blip r:embed="rId2"/>
          <a:stretch/>
        </a:blipFill>
      </p:bgPr>
    </p:bg>
    <p:spTree>
      <p:nvGrpSpPr>
        <p:cNvPr id="1" name=""/>
        <p:cNvGrpSpPr/>
        <p:nvPr/>
      </p:nvGrpSpPr>
      <p:grpSpPr>
        <a:xfrm>
          <a:off x="0" y="0"/>
          <a:ext cx="0" cy="0"/>
          <a:chOff x="0" y="0"/>
          <a:chExt cx="0" cy="0"/>
        </a:xfrm>
      </p:grpSpPr>
      <p:sp>
        <p:nvSpPr>
          <p:cNvPr id="77" name="PlaceHolder 1"/>
          <p:cNvSpPr>
            <a:spLocks noGrp="1"/>
          </p:cNvSpPr>
          <p:nvPr>
            <p:ph type="title"/>
          </p:nvPr>
        </p:nvSpPr>
        <p:spPr>
          <a:xfrm>
            <a:off x="913680" y="609480"/>
            <a:ext cx="10353240" cy="970200"/>
          </a:xfrm>
          <a:prstGeom prst="rect">
            <a:avLst/>
          </a:prstGeom>
          <a:noFill/>
          <a:ln w="0">
            <a:noFill/>
          </a:ln>
          <a:effectLst>
            <a:outerShdw dist="0" dir="0" blurRad="25560" rotWithShape="0">
              <a:srgbClr val="000000">
                <a:alpha val="46000"/>
              </a:srgbClr>
            </a:outerShdw>
          </a:effectLst>
        </p:spPr>
        <p:txBody>
          <a:bodyPr lIns="91440" tIns="45720" rIns="91440" bIns="45720" anchor="ctr">
            <a:noAutofit/>
          </a:bodyPr>
          <a:lstStyle>
            <a:lvl1pPr indent="0" algn="ctr" defTabSz="457200">
              <a:lnSpc>
                <a:spcPct val="100000"/>
              </a:lnSpc>
              <a:buNone/>
              <a:defRPr lang="en-US" sz="4000" b="0" u="none" strike="noStrike">
                <a:solidFill>
                  <a:schemeClr val="lt2"/>
                </a:solidFill>
                <a:effectLst/>
                <a:uFillTx/>
                <a:latin typeface="Calisto MT"/>
              </a:defRPr>
            </a:lvl1pPr>
          </a:lstStyle>
          <a:p>
            <a:pPr indent="0" algn="ctr" defTabSz="457200">
              <a:lnSpc>
                <a:spcPct val="100000"/>
              </a:lnSpc>
              <a:buNone/>
            </a:pPr>
            <a:r>
              <a:rPr lang="en-US" sz="4000" b="0" u="none" strike="noStrike">
                <a:solidFill>
                  <a:schemeClr val="lt2"/>
                </a:solidFill>
                <a:effectLst/>
                <a:uFillTx/>
                <a:latin typeface="Calisto MT"/>
              </a:rPr>
              <a:t>Click to edit Master title style</a:t>
            </a:r>
            <a:endParaRPr lang="en-US" sz="4000" b="0" u="none" strike="noStrike">
              <a:solidFill>
                <a:schemeClr val="lt2"/>
              </a:solidFill>
              <a:effectLst/>
              <a:uFillTx/>
              <a:latin typeface="Calisto MT"/>
            </a:endParaRPr>
          </a:p>
        </p:txBody>
      </p:sp>
      <p:sp>
        <p:nvSpPr>
          <p:cNvPr id="78" name="PlaceHolder 2"/>
          <p:cNvSpPr>
            <a:spLocks noGrp="1"/>
          </p:cNvSpPr>
          <p:nvPr>
            <p:ph type="body"/>
          </p:nvPr>
        </p:nvSpPr>
        <p:spPr>
          <a:xfrm>
            <a:off x="913680" y="1732320"/>
            <a:ext cx="5060160" cy="4058280"/>
          </a:xfrm>
          <a:prstGeom prst="rect">
            <a:avLst/>
          </a:prstGeom>
          <a:noFill/>
          <a:ln w="0">
            <a:noFill/>
          </a:ln>
          <a:effectLst>
            <a:outerShdw dist="0" dir="0" blurRad="25560" rotWithShape="0">
              <a:srgbClr val="000000">
                <a:alpha val="46000"/>
              </a:srgbClr>
            </a:outerShdw>
          </a:effectLst>
        </p:spPr>
        <p:txBody>
          <a:bodyPr lIns="91440" tIns="45720" rIns="91440" bIns="45720" anchor="t">
            <a:normAutofit/>
          </a:bodyPr>
          <a:lstStyle>
            <a:lvl1pPr algn="l" defTabSz="457200">
              <a:lnSpc>
                <a:spcPct val="100000"/>
              </a:lnSpc>
              <a:spcBef>
                <a:spcPts val="400"/>
              </a:spcBef>
              <a:spcAft>
                <a:spcPts val="601"/>
              </a:spcAft>
              <a:buClr>
                <a:srgbClr val="DADADA"/>
              </a:buClr>
              <a:buSzPct val="70000"/>
              <a:buFont typeface="Wingdings 2" charset="2"/>
              <a:buChar char=""/>
              <a:defRPr lang="en-US" sz="2000" b="0" u="none" strike="noStrike">
                <a:solidFill>
                  <a:schemeClr val="lt2"/>
                </a:solidFill>
                <a:effectLst/>
                <a:uFillTx/>
                <a:latin typeface="Calisto MT"/>
              </a:defRPr>
            </a:lvl1pPr>
            <a:lvl2pPr lvl="1" algn="l" defTabSz="457200">
              <a:lnSpc>
                <a:spcPct val="100000"/>
              </a:lnSpc>
              <a:spcBef>
                <a:spcPts val="360"/>
              </a:spcBef>
              <a:spcAft>
                <a:spcPts val="601"/>
              </a:spcAft>
              <a:buClr>
                <a:srgbClr val="DADADA"/>
              </a:buClr>
              <a:buSzPct val="70000"/>
              <a:buFont typeface="Wingdings 2" charset="2"/>
              <a:buChar char=""/>
              <a:defRPr lang="en-US" sz="1800" b="0" u="none" strike="noStrike">
                <a:solidFill>
                  <a:schemeClr val="lt2"/>
                </a:solidFill>
                <a:effectLst/>
                <a:uFillTx/>
                <a:latin typeface="Calisto MT"/>
              </a:defRPr>
            </a:lvl2pPr>
            <a:lvl3pPr lvl="2" algn="l" defTabSz="457200">
              <a:lnSpc>
                <a:spcPct val="100000"/>
              </a:lnSpc>
              <a:spcBef>
                <a:spcPts val="320"/>
              </a:spcBef>
              <a:spcAft>
                <a:spcPts val="601"/>
              </a:spcAft>
              <a:buClr>
                <a:srgbClr val="DADADA"/>
              </a:buClr>
              <a:buSzPct val="70000"/>
              <a:buFont typeface="Wingdings 2" charset="2"/>
              <a:buChar char=""/>
              <a:defRPr lang="en-US" sz="1600" b="0" u="none" strike="noStrike">
                <a:solidFill>
                  <a:schemeClr val="lt2"/>
                </a:solidFill>
                <a:effectLst/>
                <a:uFillTx/>
                <a:latin typeface="Calisto MT"/>
              </a:defRPr>
            </a:lvl3pPr>
            <a:lvl4pPr lvl="3" algn="l" defTabSz="457200">
              <a:lnSpc>
                <a:spcPct val="100000"/>
              </a:lnSpc>
              <a:spcBef>
                <a:spcPts val="281"/>
              </a:spcBef>
              <a:spcAft>
                <a:spcPts val="601"/>
              </a:spcAft>
              <a:buClr>
                <a:srgbClr val="DADADA"/>
              </a:buClr>
              <a:buSzPct val="70000"/>
              <a:buFont typeface="Wingdings 2" charset="2"/>
              <a:buChar char=""/>
              <a:defRPr lang="en-US" sz="1400" b="0" u="none" strike="noStrike">
                <a:solidFill>
                  <a:schemeClr val="lt2"/>
                </a:solidFill>
                <a:effectLst/>
                <a:uFillTx/>
                <a:latin typeface="Calisto MT"/>
              </a:defRPr>
            </a:lvl4pPr>
            <a:lvl5pPr lvl="4" algn="l" defTabSz="457200">
              <a:lnSpc>
                <a:spcPct val="100000"/>
              </a:lnSpc>
              <a:spcBef>
                <a:spcPts val="281"/>
              </a:spcBef>
              <a:spcAft>
                <a:spcPts val="601"/>
              </a:spcAft>
              <a:buClr>
                <a:srgbClr val="DADADA"/>
              </a:buClr>
              <a:buSzPct val="70000"/>
              <a:buFont typeface="Wingdings 2" charset="2"/>
              <a:buChar char=""/>
              <a:defRPr lang="en-US" sz="1400" b="0" u="none" strike="noStrike">
                <a:solidFill>
                  <a:schemeClr val="lt2"/>
                </a:solidFill>
                <a:effectLst/>
                <a:uFillTx/>
                <a:latin typeface="Calisto MT"/>
              </a:defRPr>
            </a:lvl5pPr>
          </a:lstStyle>
          <a:p>
            <a:pPr marL="343080" indent="-306000" algn="l" defTabSz="457200">
              <a:lnSpc>
                <a:spcPct val="100000"/>
              </a:lnSpc>
              <a:spcBef>
                <a:spcPts val="400"/>
              </a:spcBef>
              <a:spcAft>
                <a:spcPts val="601"/>
              </a:spcAft>
              <a:buClr>
                <a:srgbClr val="DADADA"/>
              </a:buClr>
              <a:buSzPct val="70000"/>
              <a:buFont typeface="Wingdings 2" charset="2"/>
              <a:buChar char=""/>
            </a:pPr>
            <a:r>
              <a:rPr lang="en-US" sz="2000" b="0" u="none" strike="noStrike">
                <a:solidFill>
                  <a:schemeClr val="lt2"/>
                </a:solidFill>
                <a:effectLst/>
                <a:uFillTx/>
                <a:latin typeface="Calisto MT"/>
              </a:rPr>
              <a:t>Edit Master text styles</a:t>
            </a:r>
            <a:endParaRPr lang="en-US" sz="2000" b="0" u="none" strike="noStrike">
              <a:solidFill>
                <a:schemeClr val="lt2"/>
              </a:solidFill>
              <a:effectLst/>
              <a:uFillTx/>
              <a:latin typeface="Calisto MT"/>
            </a:endParaRPr>
          </a:p>
          <a:p>
            <a:pPr marL="720000" lvl="1" indent="-270000" algn="l" defTabSz="457200">
              <a:lnSpc>
                <a:spcPct val="100000"/>
              </a:lnSpc>
              <a:spcBef>
                <a:spcPts val="360"/>
              </a:spcBef>
              <a:spcAft>
                <a:spcPts val="601"/>
              </a:spcAft>
              <a:buClr>
                <a:srgbClr val="DADADA"/>
              </a:buClr>
              <a:buSzPct val="70000"/>
              <a:buFont typeface="Wingdings 2" charset="2"/>
              <a:buChar char=""/>
            </a:pPr>
            <a:r>
              <a:rPr lang="en-US" sz="1800" b="0" u="none" strike="noStrike">
                <a:solidFill>
                  <a:schemeClr val="lt2"/>
                </a:solidFill>
                <a:effectLst/>
                <a:uFillTx/>
                <a:latin typeface="Calisto MT"/>
              </a:rPr>
              <a:t>Second level</a:t>
            </a:r>
            <a:endParaRPr lang="en-US" sz="1800" b="0" u="none" strike="noStrike">
              <a:solidFill>
                <a:schemeClr val="lt2"/>
              </a:solidFill>
              <a:effectLst/>
              <a:uFillTx/>
              <a:latin typeface="Calisto MT"/>
            </a:endParaRPr>
          </a:p>
          <a:p>
            <a:pPr marL="1026000" lvl="2" indent="-216000" algn="l" defTabSz="457200">
              <a:lnSpc>
                <a:spcPct val="100000"/>
              </a:lnSpc>
              <a:spcBef>
                <a:spcPts val="320"/>
              </a:spcBef>
              <a:spcAft>
                <a:spcPts val="601"/>
              </a:spcAft>
              <a:buClr>
                <a:srgbClr val="DADADA"/>
              </a:buClr>
              <a:buSzPct val="70000"/>
              <a:buFont typeface="Wingdings 2" charset="2"/>
              <a:buChar char=""/>
            </a:pPr>
            <a:r>
              <a:rPr lang="en-US" sz="1600" b="0" u="none" strike="noStrike">
                <a:solidFill>
                  <a:schemeClr val="lt2"/>
                </a:solidFill>
                <a:effectLst/>
                <a:uFillTx/>
                <a:latin typeface="Calisto MT"/>
              </a:rPr>
              <a:t>Third level</a:t>
            </a:r>
            <a:endParaRPr lang="en-US" sz="1600" b="0" u="none" strike="noStrike">
              <a:solidFill>
                <a:schemeClr val="lt2"/>
              </a:solidFill>
              <a:effectLst/>
              <a:uFillTx/>
              <a:latin typeface="Calisto MT"/>
            </a:endParaRPr>
          </a:p>
          <a:p>
            <a:pPr marL="1386000" lvl="3" indent="-216000" algn="l" defTabSz="457200">
              <a:lnSpc>
                <a:spcPct val="100000"/>
              </a:lnSpc>
              <a:spcBef>
                <a:spcPts val="281"/>
              </a:spcBef>
              <a:spcAft>
                <a:spcPts val="601"/>
              </a:spcAft>
              <a:buClr>
                <a:srgbClr val="DADADA"/>
              </a:buClr>
              <a:buSzPct val="70000"/>
              <a:buFont typeface="Wingdings 2" charset="2"/>
              <a:buChar char=""/>
            </a:pPr>
            <a:r>
              <a:rPr lang="en-US" sz="1400" b="0" u="none" strike="noStrike">
                <a:solidFill>
                  <a:schemeClr val="lt2"/>
                </a:solidFill>
                <a:effectLst/>
                <a:uFillTx/>
                <a:latin typeface="Calisto MT"/>
              </a:rPr>
              <a:t>Fourth level</a:t>
            </a:r>
            <a:endParaRPr lang="en-US" sz="1400" b="0" u="none" strike="noStrike">
              <a:solidFill>
                <a:schemeClr val="lt2"/>
              </a:solidFill>
              <a:effectLst/>
              <a:uFillTx/>
              <a:latin typeface="Calisto MT"/>
            </a:endParaRPr>
          </a:p>
          <a:p>
            <a:pPr marL="1674000" lvl="4" indent="-216000" algn="l" defTabSz="457200">
              <a:lnSpc>
                <a:spcPct val="100000"/>
              </a:lnSpc>
              <a:spcBef>
                <a:spcPts val="281"/>
              </a:spcBef>
              <a:spcAft>
                <a:spcPts val="601"/>
              </a:spcAft>
              <a:buClr>
                <a:srgbClr val="DADADA"/>
              </a:buClr>
              <a:buSzPct val="70000"/>
              <a:buFont typeface="Wingdings 2" charset="2"/>
              <a:buChar char=""/>
            </a:pPr>
            <a:r>
              <a:rPr lang="en-US" sz="1400" b="0" u="none" strike="noStrike">
                <a:solidFill>
                  <a:schemeClr val="lt2"/>
                </a:solidFill>
                <a:effectLst/>
                <a:uFillTx/>
                <a:latin typeface="Calisto MT"/>
              </a:rPr>
              <a:t>Fifth level</a:t>
            </a:r>
            <a:endParaRPr lang="en-US" sz="1400" b="0" u="none" strike="noStrike">
              <a:solidFill>
                <a:schemeClr val="lt2"/>
              </a:solidFill>
              <a:effectLst/>
              <a:uFillTx/>
              <a:latin typeface="Calisto MT"/>
            </a:endParaRPr>
          </a:p>
        </p:txBody>
      </p:sp>
      <p:sp>
        <p:nvSpPr>
          <p:cNvPr id="79" name="PlaceHolder 3"/>
          <p:cNvSpPr>
            <a:spLocks noGrp="1"/>
          </p:cNvSpPr>
          <p:nvPr>
            <p:ph type="body"/>
          </p:nvPr>
        </p:nvSpPr>
        <p:spPr>
          <a:xfrm>
            <a:off x="6202800" y="1732320"/>
            <a:ext cx="5064480" cy="4058280"/>
          </a:xfrm>
          <a:prstGeom prst="rect">
            <a:avLst/>
          </a:prstGeom>
          <a:noFill/>
          <a:ln w="0">
            <a:noFill/>
          </a:ln>
          <a:effectLst>
            <a:outerShdw dist="0" dir="0" blurRad="25560" rotWithShape="0">
              <a:srgbClr val="000000">
                <a:alpha val="46000"/>
              </a:srgbClr>
            </a:outerShdw>
          </a:effectLst>
        </p:spPr>
        <p:txBody>
          <a:bodyPr lIns="91440" tIns="45720" rIns="91440" bIns="45720" anchor="t">
            <a:normAutofit/>
          </a:bodyPr>
          <a:lstStyle>
            <a:lvl1pPr algn="l" defTabSz="457200">
              <a:lnSpc>
                <a:spcPct val="100000"/>
              </a:lnSpc>
              <a:spcBef>
                <a:spcPts val="400"/>
              </a:spcBef>
              <a:spcAft>
                <a:spcPts val="601"/>
              </a:spcAft>
              <a:buClr>
                <a:srgbClr val="DADADA"/>
              </a:buClr>
              <a:buSzPct val="70000"/>
              <a:buFont typeface="Wingdings 2" charset="2"/>
              <a:buChar char=""/>
              <a:defRPr lang="en-US" sz="2000" b="0" u="none" strike="noStrike">
                <a:solidFill>
                  <a:schemeClr val="lt2"/>
                </a:solidFill>
                <a:effectLst/>
                <a:uFillTx/>
                <a:latin typeface="Calisto MT"/>
              </a:defRPr>
            </a:lvl1pPr>
            <a:lvl2pPr lvl="1" algn="l" defTabSz="457200">
              <a:lnSpc>
                <a:spcPct val="100000"/>
              </a:lnSpc>
              <a:spcBef>
                <a:spcPts val="360"/>
              </a:spcBef>
              <a:spcAft>
                <a:spcPts val="601"/>
              </a:spcAft>
              <a:buClr>
                <a:srgbClr val="DADADA"/>
              </a:buClr>
              <a:buSzPct val="70000"/>
              <a:buFont typeface="Wingdings 2" charset="2"/>
              <a:buChar char=""/>
              <a:defRPr lang="en-US" sz="1800" b="0" u="none" strike="noStrike">
                <a:solidFill>
                  <a:schemeClr val="lt2"/>
                </a:solidFill>
                <a:effectLst/>
                <a:uFillTx/>
                <a:latin typeface="Calisto MT"/>
              </a:defRPr>
            </a:lvl2pPr>
            <a:lvl3pPr lvl="2" algn="l" defTabSz="457200">
              <a:lnSpc>
                <a:spcPct val="100000"/>
              </a:lnSpc>
              <a:spcBef>
                <a:spcPts val="320"/>
              </a:spcBef>
              <a:spcAft>
                <a:spcPts val="601"/>
              </a:spcAft>
              <a:buClr>
                <a:srgbClr val="DADADA"/>
              </a:buClr>
              <a:buSzPct val="70000"/>
              <a:buFont typeface="Wingdings 2" charset="2"/>
              <a:buChar char=""/>
              <a:defRPr lang="en-US" sz="1600" b="0" u="none" strike="noStrike">
                <a:solidFill>
                  <a:schemeClr val="lt2"/>
                </a:solidFill>
                <a:effectLst/>
                <a:uFillTx/>
                <a:latin typeface="Calisto MT"/>
              </a:defRPr>
            </a:lvl3pPr>
            <a:lvl4pPr lvl="3" algn="l" defTabSz="457200">
              <a:lnSpc>
                <a:spcPct val="100000"/>
              </a:lnSpc>
              <a:spcBef>
                <a:spcPts val="281"/>
              </a:spcBef>
              <a:spcAft>
                <a:spcPts val="601"/>
              </a:spcAft>
              <a:buClr>
                <a:srgbClr val="DADADA"/>
              </a:buClr>
              <a:buSzPct val="70000"/>
              <a:buFont typeface="Wingdings 2" charset="2"/>
              <a:buChar char=""/>
              <a:defRPr lang="en-US" sz="1400" b="0" u="none" strike="noStrike">
                <a:solidFill>
                  <a:schemeClr val="lt2"/>
                </a:solidFill>
                <a:effectLst/>
                <a:uFillTx/>
                <a:latin typeface="Calisto MT"/>
              </a:defRPr>
            </a:lvl4pPr>
            <a:lvl5pPr lvl="4" algn="l" defTabSz="457200">
              <a:lnSpc>
                <a:spcPct val="100000"/>
              </a:lnSpc>
              <a:spcBef>
                <a:spcPts val="281"/>
              </a:spcBef>
              <a:spcAft>
                <a:spcPts val="601"/>
              </a:spcAft>
              <a:buClr>
                <a:srgbClr val="DADADA"/>
              </a:buClr>
              <a:buSzPct val="70000"/>
              <a:buFont typeface="Wingdings 2" charset="2"/>
              <a:buChar char=""/>
              <a:defRPr lang="en-US" sz="1400" b="0" u="none" strike="noStrike">
                <a:solidFill>
                  <a:schemeClr val="lt2"/>
                </a:solidFill>
                <a:effectLst/>
                <a:uFillTx/>
                <a:latin typeface="Calisto MT"/>
              </a:defRPr>
            </a:lvl5pPr>
          </a:lstStyle>
          <a:p>
            <a:pPr marL="343080" indent="-306000" algn="l" defTabSz="457200">
              <a:lnSpc>
                <a:spcPct val="100000"/>
              </a:lnSpc>
              <a:spcBef>
                <a:spcPts val="400"/>
              </a:spcBef>
              <a:spcAft>
                <a:spcPts val="601"/>
              </a:spcAft>
              <a:buClr>
                <a:srgbClr val="DADADA"/>
              </a:buClr>
              <a:buSzPct val="70000"/>
              <a:buFont typeface="Wingdings 2" charset="2"/>
              <a:buChar char=""/>
            </a:pPr>
            <a:r>
              <a:rPr lang="en-US" sz="2000" b="0" u="none" strike="noStrike">
                <a:solidFill>
                  <a:schemeClr val="lt2"/>
                </a:solidFill>
                <a:effectLst/>
                <a:uFillTx/>
                <a:latin typeface="Calisto MT"/>
              </a:rPr>
              <a:t>Edit Master text styles</a:t>
            </a:r>
            <a:endParaRPr lang="en-US" sz="2000" b="0" u="none" strike="noStrike">
              <a:solidFill>
                <a:schemeClr val="lt2"/>
              </a:solidFill>
              <a:effectLst/>
              <a:uFillTx/>
              <a:latin typeface="Calisto MT"/>
            </a:endParaRPr>
          </a:p>
          <a:p>
            <a:pPr marL="720000" lvl="1" indent="-270000" algn="l" defTabSz="457200">
              <a:lnSpc>
                <a:spcPct val="100000"/>
              </a:lnSpc>
              <a:spcBef>
                <a:spcPts val="360"/>
              </a:spcBef>
              <a:spcAft>
                <a:spcPts val="601"/>
              </a:spcAft>
              <a:buClr>
                <a:srgbClr val="DADADA"/>
              </a:buClr>
              <a:buSzPct val="70000"/>
              <a:buFont typeface="Wingdings 2" charset="2"/>
              <a:buChar char=""/>
            </a:pPr>
            <a:r>
              <a:rPr lang="en-US" sz="1800" b="0" u="none" strike="noStrike">
                <a:solidFill>
                  <a:schemeClr val="lt2"/>
                </a:solidFill>
                <a:effectLst/>
                <a:uFillTx/>
                <a:latin typeface="Calisto MT"/>
              </a:rPr>
              <a:t>Second level</a:t>
            </a:r>
            <a:endParaRPr lang="en-US" sz="1800" b="0" u="none" strike="noStrike">
              <a:solidFill>
                <a:schemeClr val="lt2"/>
              </a:solidFill>
              <a:effectLst/>
              <a:uFillTx/>
              <a:latin typeface="Calisto MT"/>
            </a:endParaRPr>
          </a:p>
          <a:p>
            <a:pPr marL="1026000" lvl="2" indent="-216000" algn="l" defTabSz="457200">
              <a:lnSpc>
                <a:spcPct val="100000"/>
              </a:lnSpc>
              <a:spcBef>
                <a:spcPts val="320"/>
              </a:spcBef>
              <a:spcAft>
                <a:spcPts val="601"/>
              </a:spcAft>
              <a:buClr>
                <a:srgbClr val="DADADA"/>
              </a:buClr>
              <a:buSzPct val="70000"/>
              <a:buFont typeface="Wingdings 2" charset="2"/>
              <a:buChar char=""/>
            </a:pPr>
            <a:r>
              <a:rPr lang="en-US" sz="1600" b="0" u="none" strike="noStrike">
                <a:solidFill>
                  <a:schemeClr val="lt2"/>
                </a:solidFill>
                <a:effectLst/>
                <a:uFillTx/>
                <a:latin typeface="Calisto MT"/>
              </a:rPr>
              <a:t>Third level</a:t>
            </a:r>
            <a:endParaRPr lang="en-US" sz="1600" b="0" u="none" strike="noStrike">
              <a:solidFill>
                <a:schemeClr val="lt2"/>
              </a:solidFill>
              <a:effectLst/>
              <a:uFillTx/>
              <a:latin typeface="Calisto MT"/>
            </a:endParaRPr>
          </a:p>
          <a:p>
            <a:pPr marL="1386000" lvl="3" indent="-216000" algn="l" defTabSz="457200">
              <a:lnSpc>
                <a:spcPct val="100000"/>
              </a:lnSpc>
              <a:spcBef>
                <a:spcPts val="281"/>
              </a:spcBef>
              <a:spcAft>
                <a:spcPts val="601"/>
              </a:spcAft>
              <a:buClr>
                <a:srgbClr val="DADADA"/>
              </a:buClr>
              <a:buSzPct val="70000"/>
              <a:buFont typeface="Wingdings 2" charset="2"/>
              <a:buChar char=""/>
            </a:pPr>
            <a:r>
              <a:rPr lang="en-US" sz="1400" b="0" u="none" strike="noStrike">
                <a:solidFill>
                  <a:schemeClr val="lt2"/>
                </a:solidFill>
                <a:effectLst/>
                <a:uFillTx/>
                <a:latin typeface="Calisto MT"/>
              </a:rPr>
              <a:t>Fourth level</a:t>
            </a:r>
            <a:endParaRPr lang="en-US" sz="1400" b="0" u="none" strike="noStrike">
              <a:solidFill>
                <a:schemeClr val="lt2"/>
              </a:solidFill>
              <a:effectLst/>
              <a:uFillTx/>
              <a:latin typeface="Calisto MT"/>
            </a:endParaRPr>
          </a:p>
          <a:p>
            <a:pPr marL="1674000" lvl="4" indent="-216000" algn="l" defTabSz="457200">
              <a:lnSpc>
                <a:spcPct val="100000"/>
              </a:lnSpc>
              <a:spcBef>
                <a:spcPts val="281"/>
              </a:spcBef>
              <a:spcAft>
                <a:spcPts val="601"/>
              </a:spcAft>
              <a:buClr>
                <a:srgbClr val="DADADA"/>
              </a:buClr>
              <a:buSzPct val="70000"/>
              <a:buFont typeface="Wingdings 2" charset="2"/>
              <a:buChar char=""/>
            </a:pPr>
            <a:r>
              <a:rPr lang="en-US" sz="1400" b="0" u="none" strike="noStrike">
                <a:solidFill>
                  <a:schemeClr val="lt2"/>
                </a:solidFill>
                <a:effectLst/>
                <a:uFillTx/>
                <a:latin typeface="Calisto MT"/>
              </a:rPr>
              <a:t>Fifth level</a:t>
            </a:r>
            <a:endParaRPr lang="en-US" sz="1400" b="0" u="none" strike="noStrike">
              <a:solidFill>
                <a:schemeClr val="lt2"/>
              </a:solidFill>
              <a:effectLst/>
              <a:uFillTx/>
              <a:latin typeface="Calisto MT"/>
            </a:endParaRPr>
          </a:p>
        </p:txBody>
      </p:sp>
      <p:sp>
        <p:nvSpPr>
          <p:cNvPr id="80" name="PlaceHolder 4"/>
          <p:cNvSpPr>
            <a:spLocks noGrp="1"/>
          </p:cNvSpPr>
          <p:nvPr>
            <p:ph type="dt" idx="34"/>
          </p:nvPr>
        </p:nvSpPr>
        <p:spPr>
          <a:xfrm>
            <a:off x="7678800" y="5883120"/>
            <a:ext cx="2742840" cy="364680"/>
          </a:xfrm>
          <a:prstGeom prst="rect">
            <a:avLst/>
          </a:prstGeom>
          <a:noFill/>
          <a:ln w="0">
            <a:noFill/>
          </a:ln>
        </p:spPr>
        <p:txBody>
          <a:bodyPr lIns="91440" tIns="45720" rIns="91440" bIns="45720" anchor="ctr">
            <a:noAutofit/>
          </a:bodyPr>
          <a:lstStyle>
            <a:lvl1pPr indent="0" algn="r" defTabSz="457200">
              <a:lnSpc>
                <a:spcPct val="100000"/>
              </a:lnSpc>
              <a:buNone/>
              <a:defRPr lang="en-IN" sz="1000" b="0" u="none" strike="noStrike">
                <a:solidFill>
                  <a:schemeClr val="lt1">
                    <a:lumMod val="95000"/>
                  </a:schemeClr>
                </a:solidFill>
                <a:effectLst/>
                <a:uFillTx/>
                <a:latin typeface="Calisto MT"/>
              </a:defRPr>
            </a:lvl1pPr>
          </a:lstStyle>
          <a:p>
            <a:pPr indent="0" algn="r" defTabSz="457200">
              <a:lnSpc>
                <a:spcPct val="100000"/>
              </a:lnSpc>
              <a:buNone/>
            </a:pPr>
            <a:r>
              <a:rPr lang="en-IN" sz="1000" b="0" u="none" strike="noStrike">
                <a:solidFill>
                  <a:schemeClr val="lt1">
                    <a:lumMod val="95000"/>
                  </a:schemeClr>
                </a:solidFill>
                <a:effectLst/>
                <a:uFillTx/>
                <a:latin typeface="Calisto MT"/>
              </a:rPr>
              <a:t>&lt;date/time&gt;</a:t>
            </a:r>
            <a:endParaRPr lang="en-US" sz="1000" b="0" u="none" strike="noStrike">
              <a:solidFill>
                <a:srgbClr val="FFFFFF"/>
              </a:solidFill>
              <a:effectLst/>
              <a:uFillTx/>
              <a:latin typeface="Times New Roman"/>
            </a:endParaRPr>
          </a:p>
        </p:txBody>
      </p:sp>
      <p:sp>
        <p:nvSpPr>
          <p:cNvPr id="81" name="PlaceHolder 5"/>
          <p:cNvSpPr>
            <a:spLocks noGrp="1"/>
          </p:cNvSpPr>
          <p:nvPr>
            <p:ph type="ftr" idx="35"/>
          </p:nvPr>
        </p:nvSpPr>
        <p:spPr>
          <a:xfrm>
            <a:off x="913680" y="5883120"/>
            <a:ext cx="667260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FFFFFF"/>
                </a:solidFill>
                <a:effectLst/>
                <a:uFillTx/>
                <a:latin typeface="Times New Roman"/>
              </a:defRPr>
            </a:lvl1pPr>
          </a:lstStyle>
          <a:p>
            <a:pPr indent="0" algn="ctr">
              <a:buNone/>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82" name="PlaceHolder 6"/>
          <p:cNvSpPr>
            <a:spLocks noGrp="1"/>
          </p:cNvSpPr>
          <p:nvPr>
            <p:ph type="sldNum" idx="36"/>
          </p:nvPr>
        </p:nvSpPr>
        <p:spPr>
          <a:xfrm>
            <a:off x="10514160" y="5883120"/>
            <a:ext cx="753120" cy="364680"/>
          </a:xfrm>
          <a:prstGeom prst="rect">
            <a:avLst/>
          </a:prstGeom>
          <a:noFill/>
          <a:ln w="0">
            <a:noFill/>
          </a:ln>
        </p:spPr>
        <p:txBody>
          <a:bodyPr lIns="91440" tIns="45720" rIns="91440" bIns="45720" anchor="ctr">
            <a:noAutofit/>
          </a:bodyPr>
          <a:lstStyle>
            <a:lvl1pPr indent="0" algn="r" defTabSz="457200">
              <a:lnSpc>
                <a:spcPct val="100000"/>
              </a:lnSpc>
              <a:buNone/>
              <a:defRPr lang="en-IN" sz="1000" b="0" u="none" strike="noStrike">
                <a:solidFill>
                  <a:schemeClr val="lt1">
                    <a:lumMod val="95000"/>
                  </a:schemeClr>
                </a:solidFill>
                <a:effectLst/>
                <a:uFillTx/>
                <a:latin typeface="Calisto MT"/>
              </a:defRPr>
            </a:lvl1pPr>
          </a:lstStyle>
          <a:p>
            <a:pPr indent="0" algn="r" defTabSz="457200">
              <a:lnSpc>
                <a:spcPct val="100000"/>
              </a:lnSpc>
              <a:buNone/>
            </a:pPr>
            <a:fld id="{0AE7DF76-435D-425D-AE3B-C758231D4ADD}" type="slidenum">
              <a:rPr lang="en-IN" sz="1000" b="0" u="none" strike="noStrike">
                <a:solidFill>
                  <a:schemeClr val="lt1">
                    <a:lumMod val="95000"/>
                  </a:schemeClr>
                </a:solidFill>
                <a:effectLst/>
                <a:uFillTx/>
                <a:latin typeface="Calisto MT"/>
              </a:rPr>
              <a:t>&lt;number&gt;</a:t>
            </a:fld>
            <a:endParaRPr lang="en-US" sz="1000" b="0" u="none" strike="noStrike">
              <a:solidFill>
                <a:srgbClr val="FFFFFF"/>
              </a:solidFill>
              <a:effectLst/>
              <a:uFillTx/>
              <a:latin typeface="Times New Roman"/>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blipFill rotWithShape="0">
          <a:blip r:embed="rId2"/>
          <a:stretch/>
        </a:blipFill>
      </p:bgPr>
    </p:bg>
    <p:spTree>
      <p:nvGrpSpPr>
        <p:cNvPr id="1" name=""/>
        <p:cNvGrpSpPr/>
        <p:nvPr/>
      </p:nvGrpSpPr>
      <p:grpSpPr>
        <a:xfrm>
          <a:off x="0" y="0"/>
          <a:ext cx="0" cy="0"/>
          <a:chOff x="0" y="0"/>
          <a:chExt cx="0" cy="0"/>
        </a:xfrm>
      </p:grpSpPr>
      <p:pic>
        <p:nvPicPr>
          <p:cNvPr id="83" name="Picture 19" descr="Slate-V2-HD-compPhotoInset.png"/>
          <p:cNvPicPr/>
          <p:nvPr/>
        </p:nvPicPr>
        <p:blipFill>
          <a:blip r:embed="rId3"/>
          <a:stretch/>
        </p:blipFill>
        <p:spPr>
          <a:xfrm>
            <a:off x="913680" y="1734480"/>
            <a:ext cx="5088600" cy="4148280"/>
          </a:xfrm>
          <a:prstGeom prst="rect">
            <a:avLst/>
          </a:prstGeom>
          <a:noFill/>
          <a:ln w="0">
            <a:noFill/>
          </a:ln>
        </p:spPr>
      </p:pic>
      <p:pic>
        <p:nvPicPr>
          <p:cNvPr id="84" name="Picture 20" descr="Slate-V2-HD-compPhotoInset.png"/>
          <p:cNvPicPr/>
          <p:nvPr/>
        </p:nvPicPr>
        <p:blipFill>
          <a:blip r:embed="rId4"/>
          <a:stretch/>
        </p:blipFill>
        <p:spPr>
          <a:xfrm>
            <a:off x="6178320" y="1734480"/>
            <a:ext cx="5088600" cy="4148280"/>
          </a:xfrm>
          <a:prstGeom prst="rect">
            <a:avLst/>
          </a:prstGeom>
          <a:noFill/>
          <a:ln w="0">
            <a:noFill/>
          </a:ln>
        </p:spPr>
      </p:pic>
      <p:sp>
        <p:nvSpPr>
          <p:cNvPr id="85" name="PlaceHolder 1"/>
          <p:cNvSpPr>
            <a:spLocks noGrp="1"/>
          </p:cNvSpPr>
          <p:nvPr>
            <p:ph type="title"/>
          </p:nvPr>
        </p:nvSpPr>
        <p:spPr>
          <a:xfrm>
            <a:off x="913680" y="609480"/>
            <a:ext cx="10353240" cy="970200"/>
          </a:xfrm>
          <a:prstGeom prst="rect">
            <a:avLst/>
          </a:prstGeom>
          <a:noFill/>
          <a:ln w="0">
            <a:noFill/>
          </a:ln>
          <a:effectLst>
            <a:outerShdw dist="0" dir="0" blurRad="25560" rotWithShape="0">
              <a:srgbClr val="000000">
                <a:alpha val="46000"/>
              </a:srgbClr>
            </a:outerShdw>
          </a:effectLst>
        </p:spPr>
        <p:txBody>
          <a:bodyPr lIns="91440" tIns="45720" rIns="91440" bIns="45720" anchor="ctr">
            <a:noAutofit/>
          </a:bodyPr>
          <a:lstStyle>
            <a:lvl1pPr indent="0" algn="ctr" defTabSz="457200">
              <a:lnSpc>
                <a:spcPct val="100000"/>
              </a:lnSpc>
              <a:buNone/>
              <a:defRPr lang="en-US" sz="4000" b="0" u="none" strike="noStrike">
                <a:solidFill>
                  <a:schemeClr val="lt2"/>
                </a:solidFill>
                <a:effectLst/>
                <a:uFillTx/>
                <a:latin typeface="Calisto MT"/>
              </a:defRPr>
            </a:lvl1pPr>
          </a:lstStyle>
          <a:p>
            <a:pPr indent="0" algn="ctr" defTabSz="457200">
              <a:lnSpc>
                <a:spcPct val="100000"/>
              </a:lnSpc>
              <a:buNone/>
            </a:pPr>
            <a:r>
              <a:rPr lang="en-US" sz="4000" b="0" u="none" strike="noStrike">
                <a:solidFill>
                  <a:schemeClr val="lt2"/>
                </a:solidFill>
                <a:effectLst/>
                <a:uFillTx/>
                <a:latin typeface="Calisto MT"/>
              </a:rPr>
              <a:t>Click to edit Master title style</a:t>
            </a:r>
            <a:endParaRPr lang="en-US" sz="4000" b="0" u="none" strike="noStrike">
              <a:solidFill>
                <a:schemeClr val="lt2"/>
              </a:solidFill>
              <a:effectLst/>
              <a:uFillTx/>
              <a:latin typeface="Calisto MT"/>
            </a:endParaRPr>
          </a:p>
        </p:txBody>
      </p:sp>
      <p:sp>
        <p:nvSpPr>
          <p:cNvPr id="86" name="PlaceHolder 2"/>
          <p:cNvSpPr>
            <a:spLocks noGrp="1"/>
          </p:cNvSpPr>
          <p:nvPr>
            <p:ph type="body"/>
          </p:nvPr>
        </p:nvSpPr>
        <p:spPr>
          <a:xfrm>
            <a:off x="1005840" y="1835280"/>
            <a:ext cx="4875840" cy="544680"/>
          </a:xfrm>
          <a:prstGeom prst="rect">
            <a:avLst/>
          </a:prstGeom>
          <a:noFill/>
          <a:ln w="0">
            <a:noFill/>
          </a:ln>
          <a:effectLst>
            <a:outerShdw dist="0" dir="0" blurRad="25560" rotWithShape="0">
              <a:srgbClr val="000000">
                <a:alpha val="46000"/>
              </a:srgbClr>
            </a:outerShdw>
          </a:effectLst>
        </p:spPr>
        <p:txBody>
          <a:bodyPr lIns="91440" tIns="45720" rIns="91440" bIns="45720" anchor="b">
            <a:noAutofit/>
          </a:bodyPr>
          <a:lstStyle>
            <a:lvl1pPr indent="0" algn="ctr" defTabSz="457200">
              <a:lnSpc>
                <a:spcPct val="100000"/>
              </a:lnSpc>
              <a:spcBef>
                <a:spcPts val="479"/>
              </a:spcBef>
              <a:spcAft>
                <a:spcPts val="601"/>
              </a:spcAft>
              <a:buNone/>
              <a:tabLst>
                <a:tab pos="0" algn="l"/>
              </a:tabLst>
              <a:defRPr lang="en-US" sz="2400" b="0" u="none" strike="noStrike">
                <a:solidFill>
                  <a:schemeClr val="lt2"/>
                </a:solidFill>
                <a:effectLst/>
                <a:uFillTx/>
                <a:latin typeface="Calisto MT"/>
              </a:defRPr>
            </a:lvl1pPr>
          </a:lstStyle>
          <a:p>
            <a:pPr indent="0" algn="ctr" defTabSz="457200">
              <a:lnSpc>
                <a:spcPct val="100000"/>
              </a:lnSpc>
              <a:spcBef>
                <a:spcPts val="479"/>
              </a:spcBef>
              <a:spcAft>
                <a:spcPts val="601"/>
              </a:spcAft>
              <a:buNone/>
              <a:tabLst>
                <a:tab pos="0" algn="l"/>
              </a:tabLst>
            </a:pPr>
            <a:r>
              <a:rPr lang="en-US" sz="2400" b="0" u="none" strike="noStrike">
                <a:solidFill>
                  <a:schemeClr val="lt2"/>
                </a:solidFill>
                <a:effectLst/>
                <a:uFillTx/>
                <a:latin typeface="Calisto MT"/>
              </a:rPr>
              <a:t>Edit Master text styles</a:t>
            </a:r>
            <a:endParaRPr lang="en-US" sz="2400" b="0" u="none" strike="noStrike">
              <a:solidFill>
                <a:schemeClr val="lt2"/>
              </a:solidFill>
              <a:effectLst/>
              <a:uFillTx/>
              <a:latin typeface="Calisto MT"/>
            </a:endParaRPr>
          </a:p>
        </p:txBody>
      </p:sp>
      <p:sp>
        <p:nvSpPr>
          <p:cNvPr id="87" name="PlaceHolder 3"/>
          <p:cNvSpPr>
            <a:spLocks noGrp="1"/>
          </p:cNvSpPr>
          <p:nvPr>
            <p:ph type="body"/>
          </p:nvPr>
        </p:nvSpPr>
        <p:spPr>
          <a:xfrm>
            <a:off x="1005840" y="2379960"/>
            <a:ext cx="4875840" cy="3410640"/>
          </a:xfrm>
          <a:prstGeom prst="rect">
            <a:avLst/>
          </a:prstGeom>
          <a:noFill/>
          <a:ln w="0">
            <a:noFill/>
          </a:ln>
          <a:effectLst>
            <a:outerShdw dist="0" dir="0" blurRad="25560" rotWithShape="0">
              <a:srgbClr val="000000">
                <a:alpha val="46000"/>
              </a:srgbClr>
            </a:outerShdw>
          </a:effectLst>
        </p:spPr>
        <p:txBody>
          <a:bodyPr lIns="91440" tIns="45720" rIns="91440" bIns="45720" anchor="t">
            <a:normAutofit/>
          </a:bodyPr>
          <a:lstStyle>
            <a:lvl1pPr algn="l" defTabSz="457200">
              <a:lnSpc>
                <a:spcPct val="100000"/>
              </a:lnSpc>
              <a:spcBef>
                <a:spcPts val="360"/>
              </a:spcBef>
              <a:spcAft>
                <a:spcPts val="601"/>
              </a:spcAft>
              <a:buClr>
                <a:srgbClr val="DADADA"/>
              </a:buClr>
              <a:buSzPct val="70000"/>
              <a:buFont typeface="Wingdings 2" charset="2"/>
              <a:buChar char=""/>
              <a:tabLst>
                <a:tab pos="0" algn="l"/>
              </a:tabLst>
              <a:defRPr lang="en-US" sz="1800" b="0" u="none" strike="noStrike">
                <a:solidFill>
                  <a:schemeClr val="lt2"/>
                </a:solidFill>
                <a:effectLst/>
                <a:uFillTx/>
                <a:latin typeface="Calisto MT"/>
              </a:defRPr>
            </a:lvl1pPr>
            <a:lvl2pPr lvl="1" algn="l" defTabSz="457200">
              <a:lnSpc>
                <a:spcPct val="100000"/>
              </a:lnSpc>
              <a:spcBef>
                <a:spcPts val="320"/>
              </a:spcBef>
              <a:spcAft>
                <a:spcPts val="601"/>
              </a:spcAft>
              <a:buClr>
                <a:srgbClr val="DADADA"/>
              </a:buClr>
              <a:buSzPct val="70000"/>
              <a:buFont typeface="Wingdings 2" charset="2"/>
              <a:buChar char=""/>
              <a:tabLst>
                <a:tab pos="0" algn="l"/>
              </a:tabLst>
              <a:defRPr lang="en-US" sz="1600" b="0" u="none" strike="noStrike">
                <a:solidFill>
                  <a:schemeClr val="lt2"/>
                </a:solidFill>
                <a:effectLst/>
                <a:uFillTx/>
                <a:latin typeface="Calisto MT"/>
              </a:defRPr>
            </a:lvl2pPr>
            <a:lvl3pPr lvl="2" algn="l" defTabSz="457200">
              <a:lnSpc>
                <a:spcPct val="100000"/>
              </a:lnSpc>
              <a:spcBef>
                <a:spcPts val="281"/>
              </a:spcBef>
              <a:spcAft>
                <a:spcPts val="601"/>
              </a:spcAft>
              <a:buClr>
                <a:srgbClr val="DADADA"/>
              </a:buClr>
              <a:buSzPct val="70000"/>
              <a:buFont typeface="Wingdings 2" charset="2"/>
              <a:buChar char=""/>
              <a:tabLst>
                <a:tab pos="0" algn="l"/>
              </a:tabLst>
              <a:defRPr lang="en-US" sz="1400" b="0" u="none" strike="noStrike">
                <a:solidFill>
                  <a:schemeClr val="lt2"/>
                </a:solidFill>
                <a:effectLst/>
                <a:uFillTx/>
                <a:latin typeface="Calisto MT"/>
              </a:defRPr>
            </a:lvl3pPr>
            <a:lvl4pPr lvl="3" algn="l" defTabSz="457200">
              <a:lnSpc>
                <a:spcPct val="100000"/>
              </a:lnSpc>
              <a:spcBef>
                <a:spcPts val="241"/>
              </a:spcBef>
              <a:spcAft>
                <a:spcPts val="601"/>
              </a:spcAft>
              <a:buClr>
                <a:srgbClr val="DADADA"/>
              </a:buClr>
              <a:buSzPct val="70000"/>
              <a:buFont typeface="Wingdings 2" charset="2"/>
              <a:buChar char=""/>
              <a:tabLst>
                <a:tab pos="0" algn="l"/>
              </a:tabLst>
              <a:defRPr lang="en-US" sz="1200" b="0" u="none" strike="noStrike">
                <a:solidFill>
                  <a:schemeClr val="lt2"/>
                </a:solidFill>
                <a:effectLst/>
                <a:uFillTx/>
                <a:latin typeface="Calisto MT"/>
              </a:defRPr>
            </a:lvl4pPr>
            <a:lvl5pPr lvl="4" algn="l" defTabSz="457200">
              <a:lnSpc>
                <a:spcPct val="100000"/>
              </a:lnSpc>
              <a:spcBef>
                <a:spcPts val="241"/>
              </a:spcBef>
              <a:spcAft>
                <a:spcPts val="601"/>
              </a:spcAft>
              <a:buClr>
                <a:srgbClr val="DADADA"/>
              </a:buClr>
              <a:buSzPct val="70000"/>
              <a:buFont typeface="Wingdings 2" charset="2"/>
              <a:buChar char=""/>
              <a:tabLst>
                <a:tab pos="0" algn="l"/>
              </a:tabLst>
              <a:defRPr lang="en-US" sz="1200" b="0" u="none" strike="noStrike">
                <a:solidFill>
                  <a:schemeClr val="lt2"/>
                </a:solidFill>
                <a:effectLst/>
                <a:uFillTx/>
                <a:latin typeface="Calisto MT"/>
              </a:defRPr>
            </a:lvl5pPr>
          </a:lstStyle>
          <a:p>
            <a:pPr marL="343080" indent="-306000" algn="l" defTabSz="457200">
              <a:lnSpc>
                <a:spcPct val="100000"/>
              </a:lnSpc>
              <a:spcBef>
                <a:spcPts val="360"/>
              </a:spcBef>
              <a:spcAft>
                <a:spcPts val="601"/>
              </a:spcAft>
              <a:buClr>
                <a:srgbClr val="DADADA"/>
              </a:buClr>
              <a:buSzPct val="70000"/>
              <a:buFont typeface="Wingdings 2" charset="2"/>
              <a:buChar char=""/>
              <a:tabLst>
                <a:tab pos="0" algn="l"/>
              </a:tabLst>
            </a:pPr>
            <a:r>
              <a:rPr lang="en-US" sz="1800" b="0" u="none" strike="noStrike">
                <a:solidFill>
                  <a:schemeClr val="lt2"/>
                </a:solidFill>
                <a:effectLst/>
                <a:uFillTx/>
                <a:latin typeface="Calisto MT"/>
              </a:rPr>
              <a:t>Edit Master text styles</a:t>
            </a:r>
            <a:endParaRPr lang="en-US" sz="1800" b="0" u="none" strike="noStrike">
              <a:solidFill>
                <a:schemeClr val="lt2"/>
              </a:solidFill>
              <a:effectLst/>
              <a:uFillTx/>
              <a:latin typeface="Calisto MT"/>
            </a:endParaRPr>
          </a:p>
          <a:p>
            <a:pPr marL="720000" lvl="1" indent="-270000" algn="l" defTabSz="457200">
              <a:lnSpc>
                <a:spcPct val="100000"/>
              </a:lnSpc>
              <a:spcBef>
                <a:spcPts val="320"/>
              </a:spcBef>
              <a:spcAft>
                <a:spcPts val="601"/>
              </a:spcAft>
              <a:buClr>
                <a:srgbClr val="DADADA"/>
              </a:buClr>
              <a:buSzPct val="70000"/>
              <a:buFont typeface="Wingdings 2" charset="2"/>
              <a:buChar char=""/>
              <a:tabLst>
                <a:tab pos="0" algn="l"/>
              </a:tabLst>
            </a:pPr>
            <a:r>
              <a:rPr lang="en-US" sz="1600" b="0" u="none" strike="noStrike">
                <a:solidFill>
                  <a:schemeClr val="lt2"/>
                </a:solidFill>
                <a:effectLst/>
                <a:uFillTx/>
                <a:latin typeface="Calisto MT"/>
              </a:rPr>
              <a:t>Second level</a:t>
            </a:r>
            <a:endParaRPr lang="en-US" sz="1600" b="0" u="none" strike="noStrike">
              <a:solidFill>
                <a:schemeClr val="lt2"/>
              </a:solidFill>
              <a:effectLst/>
              <a:uFillTx/>
              <a:latin typeface="Calisto MT"/>
            </a:endParaRPr>
          </a:p>
          <a:p>
            <a:pPr marL="1026000" lvl="2" indent="-216000" algn="l" defTabSz="457200">
              <a:lnSpc>
                <a:spcPct val="100000"/>
              </a:lnSpc>
              <a:spcBef>
                <a:spcPts val="281"/>
              </a:spcBef>
              <a:spcAft>
                <a:spcPts val="601"/>
              </a:spcAft>
              <a:buClr>
                <a:srgbClr val="DADADA"/>
              </a:buClr>
              <a:buSzPct val="70000"/>
              <a:buFont typeface="Wingdings 2" charset="2"/>
              <a:buChar char=""/>
              <a:tabLst>
                <a:tab pos="0" algn="l"/>
              </a:tabLst>
            </a:pPr>
            <a:r>
              <a:rPr lang="en-US" sz="1400" b="0" u="none" strike="noStrike">
                <a:solidFill>
                  <a:schemeClr val="lt2"/>
                </a:solidFill>
                <a:effectLst/>
                <a:uFillTx/>
                <a:latin typeface="Calisto MT"/>
              </a:rPr>
              <a:t>Third level</a:t>
            </a:r>
            <a:endParaRPr lang="en-US" sz="1400" b="0" u="none" strike="noStrike">
              <a:solidFill>
                <a:schemeClr val="lt2"/>
              </a:solidFill>
              <a:effectLst/>
              <a:uFillTx/>
              <a:latin typeface="Calisto MT"/>
            </a:endParaRPr>
          </a:p>
          <a:p>
            <a:pPr marL="1386000" lvl="3" indent="-216000" algn="l" defTabSz="457200">
              <a:lnSpc>
                <a:spcPct val="100000"/>
              </a:lnSpc>
              <a:spcBef>
                <a:spcPts val="241"/>
              </a:spcBef>
              <a:spcAft>
                <a:spcPts val="601"/>
              </a:spcAft>
              <a:buClr>
                <a:srgbClr val="DADADA"/>
              </a:buClr>
              <a:buSzPct val="70000"/>
              <a:buFont typeface="Wingdings 2" charset="2"/>
              <a:buChar char=""/>
              <a:tabLst>
                <a:tab pos="0" algn="l"/>
              </a:tabLst>
            </a:pPr>
            <a:r>
              <a:rPr lang="en-US" sz="1200" b="0" u="none" strike="noStrike">
                <a:solidFill>
                  <a:schemeClr val="lt2"/>
                </a:solidFill>
                <a:effectLst/>
                <a:uFillTx/>
                <a:latin typeface="Calisto MT"/>
              </a:rPr>
              <a:t>Fourth level</a:t>
            </a:r>
            <a:endParaRPr lang="en-US" sz="1200" b="0" u="none" strike="noStrike">
              <a:solidFill>
                <a:schemeClr val="lt2"/>
              </a:solidFill>
              <a:effectLst/>
              <a:uFillTx/>
              <a:latin typeface="Calisto MT"/>
            </a:endParaRPr>
          </a:p>
          <a:p>
            <a:pPr marL="1674000" lvl="4" indent="-216000" algn="l" defTabSz="457200">
              <a:lnSpc>
                <a:spcPct val="100000"/>
              </a:lnSpc>
              <a:spcBef>
                <a:spcPts val="241"/>
              </a:spcBef>
              <a:spcAft>
                <a:spcPts val="601"/>
              </a:spcAft>
              <a:buClr>
                <a:srgbClr val="DADADA"/>
              </a:buClr>
              <a:buSzPct val="70000"/>
              <a:buFont typeface="Wingdings 2" charset="2"/>
              <a:buChar char=""/>
              <a:tabLst>
                <a:tab pos="0" algn="l"/>
              </a:tabLst>
            </a:pPr>
            <a:r>
              <a:rPr lang="en-US" sz="1200" b="0" u="none" strike="noStrike">
                <a:solidFill>
                  <a:schemeClr val="lt2"/>
                </a:solidFill>
                <a:effectLst/>
                <a:uFillTx/>
                <a:latin typeface="Calisto MT"/>
              </a:rPr>
              <a:t>Fifth level</a:t>
            </a:r>
            <a:endParaRPr lang="en-US" sz="1200" b="0" u="none" strike="noStrike">
              <a:solidFill>
                <a:schemeClr val="lt2"/>
              </a:solidFill>
              <a:effectLst/>
              <a:uFillTx/>
              <a:latin typeface="Calisto MT"/>
            </a:endParaRPr>
          </a:p>
        </p:txBody>
      </p:sp>
      <p:sp>
        <p:nvSpPr>
          <p:cNvPr id="88" name="PlaceHolder 4"/>
          <p:cNvSpPr>
            <a:spLocks noGrp="1"/>
          </p:cNvSpPr>
          <p:nvPr>
            <p:ph type="body"/>
          </p:nvPr>
        </p:nvSpPr>
        <p:spPr>
          <a:xfrm>
            <a:off x="6294960" y="1835280"/>
            <a:ext cx="4894920" cy="544680"/>
          </a:xfrm>
          <a:prstGeom prst="rect">
            <a:avLst/>
          </a:prstGeom>
          <a:noFill/>
          <a:ln w="0">
            <a:noFill/>
          </a:ln>
          <a:effectLst>
            <a:outerShdw dist="0" dir="0" blurRad="25560" rotWithShape="0">
              <a:srgbClr val="000000">
                <a:alpha val="46000"/>
              </a:srgbClr>
            </a:outerShdw>
          </a:effectLst>
        </p:spPr>
        <p:txBody>
          <a:bodyPr lIns="91440" tIns="45720" rIns="91440" bIns="45720" anchor="b">
            <a:noAutofit/>
          </a:bodyPr>
          <a:lstStyle>
            <a:lvl1pPr indent="0" algn="ctr" defTabSz="457200">
              <a:lnSpc>
                <a:spcPct val="100000"/>
              </a:lnSpc>
              <a:spcBef>
                <a:spcPts val="479"/>
              </a:spcBef>
              <a:spcAft>
                <a:spcPts val="601"/>
              </a:spcAft>
              <a:buNone/>
              <a:tabLst>
                <a:tab pos="0" algn="l"/>
              </a:tabLst>
              <a:defRPr lang="en-US" sz="2400" b="0" u="none" strike="noStrike">
                <a:solidFill>
                  <a:schemeClr val="lt2"/>
                </a:solidFill>
                <a:effectLst/>
                <a:uFillTx/>
                <a:latin typeface="Calisto MT"/>
              </a:defRPr>
            </a:lvl1pPr>
          </a:lstStyle>
          <a:p>
            <a:pPr indent="0" algn="ctr" defTabSz="457200">
              <a:lnSpc>
                <a:spcPct val="100000"/>
              </a:lnSpc>
              <a:spcBef>
                <a:spcPts val="479"/>
              </a:spcBef>
              <a:spcAft>
                <a:spcPts val="601"/>
              </a:spcAft>
              <a:buNone/>
              <a:tabLst>
                <a:tab pos="0" algn="l"/>
              </a:tabLst>
            </a:pPr>
            <a:r>
              <a:rPr lang="en-US" sz="2400" b="0" u="none" strike="noStrike">
                <a:solidFill>
                  <a:schemeClr val="lt2"/>
                </a:solidFill>
                <a:effectLst/>
                <a:uFillTx/>
                <a:latin typeface="Calisto MT"/>
              </a:rPr>
              <a:t>Edit Master text styles</a:t>
            </a:r>
            <a:endParaRPr lang="en-US" sz="2400" b="0" u="none" strike="noStrike">
              <a:solidFill>
                <a:schemeClr val="lt2"/>
              </a:solidFill>
              <a:effectLst/>
              <a:uFillTx/>
              <a:latin typeface="Calisto MT"/>
            </a:endParaRPr>
          </a:p>
        </p:txBody>
      </p:sp>
      <p:sp>
        <p:nvSpPr>
          <p:cNvPr id="89" name="PlaceHolder 5"/>
          <p:cNvSpPr>
            <a:spLocks noGrp="1"/>
          </p:cNvSpPr>
          <p:nvPr>
            <p:ph type="body"/>
          </p:nvPr>
        </p:nvSpPr>
        <p:spPr>
          <a:xfrm>
            <a:off x="6294960" y="2379960"/>
            <a:ext cx="4894920" cy="3410640"/>
          </a:xfrm>
          <a:prstGeom prst="rect">
            <a:avLst/>
          </a:prstGeom>
          <a:noFill/>
          <a:ln w="0">
            <a:noFill/>
          </a:ln>
          <a:effectLst>
            <a:outerShdw dist="0" dir="0" blurRad="25560" rotWithShape="0">
              <a:srgbClr val="000000">
                <a:alpha val="46000"/>
              </a:srgbClr>
            </a:outerShdw>
          </a:effectLst>
        </p:spPr>
        <p:txBody>
          <a:bodyPr lIns="91440" tIns="45720" rIns="91440" bIns="45720" anchor="t">
            <a:normAutofit/>
          </a:bodyPr>
          <a:lstStyle>
            <a:lvl1pPr algn="l" defTabSz="457200">
              <a:lnSpc>
                <a:spcPct val="100000"/>
              </a:lnSpc>
              <a:spcBef>
                <a:spcPts val="360"/>
              </a:spcBef>
              <a:spcAft>
                <a:spcPts val="601"/>
              </a:spcAft>
              <a:buClr>
                <a:srgbClr val="DADADA"/>
              </a:buClr>
              <a:buSzPct val="70000"/>
              <a:buFont typeface="Wingdings 2" charset="2"/>
              <a:buChar char=""/>
              <a:tabLst>
                <a:tab pos="0" algn="l"/>
              </a:tabLst>
              <a:defRPr lang="en-US" sz="1800" b="0" u="none" strike="noStrike">
                <a:solidFill>
                  <a:schemeClr val="lt2"/>
                </a:solidFill>
                <a:effectLst/>
                <a:uFillTx/>
                <a:latin typeface="Calisto MT"/>
              </a:defRPr>
            </a:lvl1pPr>
            <a:lvl2pPr lvl="1" algn="l" defTabSz="457200">
              <a:lnSpc>
                <a:spcPct val="100000"/>
              </a:lnSpc>
              <a:spcBef>
                <a:spcPts val="320"/>
              </a:spcBef>
              <a:spcAft>
                <a:spcPts val="601"/>
              </a:spcAft>
              <a:buClr>
                <a:srgbClr val="DADADA"/>
              </a:buClr>
              <a:buSzPct val="70000"/>
              <a:buFont typeface="Wingdings 2" charset="2"/>
              <a:buChar char=""/>
              <a:tabLst>
                <a:tab pos="0" algn="l"/>
              </a:tabLst>
              <a:defRPr lang="en-US" sz="1600" b="0" u="none" strike="noStrike">
                <a:solidFill>
                  <a:schemeClr val="lt2"/>
                </a:solidFill>
                <a:effectLst/>
                <a:uFillTx/>
                <a:latin typeface="Calisto MT"/>
              </a:defRPr>
            </a:lvl2pPr>
            <a:lvl3pPr lvl="2" algn="l" defTabSz="457200">
              <a:lnSpc>
                <a:spcPct val="100000"/>
              </a:lnSpc>
              <a:spcBef>
                <a:spcPts val="281"/>
              </a:spcBef>
              <a:spcAft>
                <a:spcPts val="601"/>
              </a:spcAft>
              <a:buClr>
                <a:srgbClr val="DADADA"/>
              </a:buClr>
              <a:buSzPct val="70000"/>
              <a:buFont typeface="Wingdings 2" charset="2"/>
              <a:buChar char=""/>
              <a:tabLst>
                <a:tab pos="0" algn="l"/>
              </a:tabLst>
              <a:defRPr lang="en-US" sz="1400" b="0" u="none" strike="noStrike">
                <a:solidFill>
                  <a:schemeClr val="lt2"/>
                </a:solidFill>
                <a:effectLst/>
                <a:uFillTx/>
                <a:latin typeface="Calisto MT"/>
              </a:defRPr>
            </a:lvl3pPr>
            <a:lvl4pPr lvl="3" algn="l" defTabSz="457200">
              <a:lnSpc>
                <a:spcPct val="100000"/>
              </a:lnSpc>
              <a:spcBef>
                <a:spcPts val="241"/>
              </a:spcBef>
              <a:spcAft>
                <a:spcPts val="601"/>
              </a:spcAft>
              <a:buClr>
                <a:srgbClr val="DADADA"/>
              </a:buClr>
              <a:buSzPct val="70000"/>
              <a:buFont typeface="Wingdings 2" charset="2"/>
              <a:buChar char=""/>
              <a:tabLst>
                <a:tab pos="0" algn="l"/>
              </a:tabLst>
              <a:defRPr lang="en-US" sz="1200" b="0" u="none" strike="noStrike">
                <a:solidFill>
                  <a:schemeClr val="lt2"/>
                </a:solidFill>
                <a:effectLst/>
                <a:uFillTx/>
                <a:latin typeface="Calisto MT"/>
              </a:defRPr>
            </a:lvl4pPr>
            <a:lvl5pPr lvl="4" algn="l" defTabSz="457200">
              <a:lnSpc>
                <a:spcPct val="100000"/>
              </a:lnSpc>
              <a:spcBef>
                <a:spcPts val="241"/>
              </a:spcBef>
              <a:spcAft>
                <a:spcPts val="601"/>
              </a:spcAft>
              <a:buClr>
                <a:srgbClr val="DADADA"/>
              </a:buClr>
              <a:buSzPct val="70000"/>
              <a:buFont typeface="Wingdings 2" charset="2"/>
              <a:buChar char=""/>
              <a:tabLst>
                <a:tab pos="0" algn="l"/>
              </a:tabLst>
              <a:defRPr lang="en-US" sz="1200" b="0" u="none" strike="noStrike">
                <a:solidFill>
                  <a:schemeClr val="lt2"/>
                </a:solidFill>
                <a:effectLst/>
                <a:uFillTx/>
                <a:latin typeface="Calisto MT"/>
              </a:defRPr>
            </a:lvl5pPr>
          </a:lstStyle>
          <a:p>
            <a:pPr marL="343080" indent="-306000" algn="l" defTabSz="457200">
              <a:lnSpc>
                <a:spcPct val="100000"/>
              </a:lnSpc>
              <a:spcBef>
                <a:spcPts val="360"/>
              </a:spcBef>
              <a:spcAft>
                <a:spcPts val="601"/>
              </a:spcAft>
              <a:buClr>
                <a:srgbClr val="DADADA"/>
              </a:buClr>
              <a:buSzPct val="70000"/>
              <a:buFont typeface="Wingdings 2" charset="2"/>
              <a:buChar char=""/>
              <a:tabLst>
                <a:tab pos="0" algn="l"/>
              </a:tabLst>
            </a:pPr>
            <a:r>
              <a:rPr lang="en-US" sz="1800" b="0" u="none" strike="noStrike">
                <a:solidFill>
                  <a:schemeClr val="lt2"/>
                </a:solidFill>
                <a:effectLst/>
                <a:uFillTx/>
                <a:latin typeface="Calisto MT"/>
              </a:rPr>
              <a:t>Edit Master text styles</a:t>
            </a:r>
            <a:endParaRPr lang="en-US" sz="1800" b="0" u="none" strike="noStrike">
              <a:solidFill>
                <a:schemeClr val="lt2"/>
              </a:solidFill>
              <a:effectLst/>
              <a:uFillTx/>
              <a:latin typeface="Calisto MT"/>
            </a:endParaRPr>
          </a:p>
          <a:p>
            <a:pPr marL="720000" lvl="1" indent="-270000" algn="l" defTabSz="457200">
              <a:lnSpc>
                <a:spcPct val="100000"/>
              </a:lnSpc>
              <a:spcBef>
                <a:spcPts val="320"/>
              </a:spcBef>
              <a:spcAft>
                <a:spcPts val="601"/>
              </a:spcAft>
              <a:buClr>
                <a:srgbClr val="DADADA"/>
              </a:buClr>
              <a:buSzPct val="70000"/>
              <a:buFont typeface="Wingdings 2" charset="2"/>
              <a:buChar char=""/>
              <a:tabLst>
                <a:tab pos="0" algn="l"/>
              </a:tabLst>
            </a:pPr>
            <a:r>
              <a:rPr lang="en-US" sz="1600" b="0" u="none" strike="noStrike">
                <a:solidFill>
                  <a:schemeClr val="lt2"/>
                </a:solidFill>
                <a:effectLst/>
                <a:uFillTx/>
                <a:latin typeface="Calisto MT"/>
              </a:rPr>
              <a:t>Second level</a:t>
            </a:r>
            <a:endParaRPr lang="en-US" sz="1600" b="0" u="none" strike="noStrike">
              <a:solidFill>
                <a:schemeClr val="lt2"/>
              </a:solidFill>
              <a:effectLst/>
              <a:uFillTx/>
              <a:latin typeface="Calisto MT"/>
            </a:endParaRPr>
          </a:p>
          <a:p>
            <a:pPr marL="1026000" lvl="2" indent="-216000" algn="l" defTabSz="457200">
              <a:lnSpc>
                <a:spcPct val="100000"/>
              </a:lnSpc>
              <a:spcBef>
                <a:spcPts val="281"/>
              </a:spcBef>
              <a:spcAft>
                <a:spcPts val="601"/>
              </a:spcAft>
              <a:buClr>
                <a:srgbClr val="DADADA"/>
              </a:buClr>
              <a:buSzPct val="70000"/>
              <a:buFont typeface="Wingdings 2" charset="2"/>
              <a:buChar char=""/>
              <a:tabLst>
                <a:tab pos="0" algn="l"/>
              </a:tabLst>
            </a:pPr>
            <a:r>
              <a:rPr lang="en-US" sz="1400" b="0" u="none" strike="noStrike">
                <a:solidFill>
                  <a:schemeClr val="lt2"/>
                </a:solidFill>
                <a:effectLst/>
                <a:uFillTx/>
                <a:latin typeface="Calisto MT"/>
              </a:rPr>
              <a:t>Third level</a:t>
            </a:r>
            <a:endParaRPr lang="en-US" sz="1400" b="0" u="none" strike="noStrike">
              <a:solidFill>
                <a:schemeClr val="lt2"/>
              </a:solidFill>
              <a:effectLst/>
              <a:uFillTx/>
              <a:latin typeface="Calisto MT"/>
            </a:endParaRPr>
          </a:p>
          <a:p>
            <a:pPr marL="1386000" lvl="3" indent="-216000" algn="l" defTabSz="457200">
              <a:lnSpc>
                <a:spcPct val="100000"/>
              </a:lnSpc>
              <a:spcBef>
                <a:spcPts val="241"/>
              </a:spcBef>
              <a:spcAft>
                <a:spcPts val="601"/>
              </a:spcAft>
              <a:buClr>
                <a:srgbClr val="DADADA"/>
              </a:buClr>
              <a:buSzPct val="70000"/>
              <a:buFont typeface="Wingdings 2" charset="2"/>
              <a:buChar char=""/>
              <a:tabLst>
                <a:tab pos="0" algn="l"/>
              </a:tabLst>
            </a:pPr>
            <a:r>
              <a:rPr lang="en-US" sz="1200" b="0" u="none" strike="noStrike">
                <a:solidFill>
                  <a:schemeClr val="lt2"/>
                </a:solidFill>
                <a:effectLst/>
                <a:uFillTx/>
                <a:latin typeface="Calisto MT"/>
              </a:rPr>
              <a:t>Fourth level</a:t>
            </a:r>
            <a:endParaRPr lang="en-US" sz="1200" b="0" u="none" strike="noStrike">
              <a:solidFill>
                <a:schemeClr val="lt2"/>
              </a:solidFill>
              <a:effectLst/>
              <a:uFillTx/>
              <a:latin typeface="Calisto MT"/>
            </a:endParaRPr>
          </a:p>
          <a:p>
            <a:pPr marL="1674000" lvl="4" indent="-216000" algn="l" defTabSz="457200">
              <a:lnSpc>
                <a:spcPct val="100000"/>
              </a:lnSpc>
              <a:spcBef>
                <a:spcPts val="241"/>
              </a:spcBef>
              <a:spcAft>
                <a:spcPts val="601"/>
              </a:spcAft>
              <a:buClr>
                <a:srgbClr val="DADADA"/>
              </a:buClr>
              <a:buSzPct val="70000"/>
              <a:buFont typeface="Wingdings 2" charset="2"/>
              <a:buChar char=""/>
              <a:tabLst>
                <a:tab pos="0" algn="l"/>
              </a:tabLst>
            </a:pPr>
            <a:r>
              <a:rPr lang="en-US" sz="1200" b="0" u="none" strike="noStrike">
                <a:solidFill>
                  <a:schemeClr val="lt2"/>
                </a:solidFill>
                <a:effectLst/>
                <a:uFillTx/>
                <a:latin typeface="Calisto MT"/>
              </a:rPr>
              <a:t>Fifth level</a:t>
            </a:r>
            <a:endParaRPr lang="en-US" sz="1200" b="0" u="none" strike="noStrike">
              <a:solidFill>
                <a:schemeClr val="lt2"/>
              </a:solidFill>
              <a:effectLst/>
              <a:uFillTx/>
              <a:latin typeface="Calisto MT"/>
            </a:endParaRPr>
          </a:p>
        </p:txBody>
      </p:sp>
      <p:sp>
        <p:nvSpPr>
          <p:cNvPr id="90" name="PlaceHolder 6"/>
          <p:cNvSpPr>
            <a:spLocks noGrp="1"/>
          </p:cNvSpPr>
          <p:nvPr>
            <p:ph type="dt" idx="37"/>
          </p:nvPr>
        </p:nvSpPr>
        <p:spPr>
          <a:xfrm>
            <a:off x="7678800" y="5883120"/>
            <a:ext cx="2742840" cy="364680"/>
          </a:xfrm>
          <a:prstGeom prst="rect">
            <a:avLst/>
          </a:prstGeom>
          <a:noFill/>
          <a:ln w="0">
            <a:noFill/>
          </a:ln>
        </p:spPr>
        <p:txBody>
          <a:bodyPr lIns="91440" tIns="45720" rIns="91440" bIns="45720" anchor="ctr">
            <a:noAutofit/>
          </a:bodyPr>
          <a:lstStyle>
            <a:lvl1pPr indent="0" algn="r" defTabSz="457200">
              <a:lnSpc>
                <a:spcPct val="100000"/>
              </a:lnSpc>
              <a:buNone/>
              <a:defRPr lang="en-IN" sz="1000" b="0" u="none" strike="noStrike">
                <a:solidFill>
                  <a:schemeClr val="lt1">
                    <a:lumMod val="95000"/>
                  </a:schemeClr>
                </a:solidFill>
                <a:effectLst/>
                <a:uFillTx/>
                <a:latin typeface="Calisto MT"/>
              </a:defRPr>
            </a:lvl1pPr>
          </a:lstStyle>
          <a:p>
            <a:pPr indent="0" algn="r" defTabSz="457200">
              <a:lnSpc>
                <a:spcPct val="100000"/>
              </a:lnSpc>
              <a:buNone/>
            </a:pPr>
            <a:r>
              <a:rPr lang="en-IN" sz="1000" b="0" u="none" strike="noStrike">
                <a:solidFill>
                  <a:schemeClr val="lt1">
                    <a:lumMod val="95000"/>
                  </a:schemeClr>
                </a:solidFill>
                <a:effectLst/>
                <a:uFillTx/>
                <a:latin typeface="Calisto MT"/>
              </a:rPr>
              <a:t>&lt;date/time&gt;</a:t>
            </a:r>
            <a:endParaRPr lang="en-US" sz="1000" b="0" u="none" strike="noStrike">
              <a:solidFill>
                <a:srgbClr val="FFFFFF"/>
              </a:solidFill>
              <a:effectLst/>
              <a:uFillTx/>
              <a:latin typeface="Times New Roman"/>
            </a:endParaRPr>
          </a:p>
        </p:txBody>
      </p:sp>
      <p:sp>
        <p:nvSpPr>
          <p:cNvPr id="91" name="PlaceHolder 7"/>
          <p:cNvSpPr>
            <a:spLocks noGrp="1"/>
          </p:cNvSpPr>
          <p:nvPr>
            <p:ph type="ftr" idx="38"/>
          </p:nvPr>
        </p:nvSpPr>
        <p:spPr>
          <a:xfrm>
            <a:off x="913680" y="5883120"/>
            <a:ext cx="667260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FFFFFF"/>
                </a:solidFill>
                <a:effectLst/>
                <a:uFillTx/>
                <a:latin typeface="Times New Roman"/>
              </a:defRPr>
            </a:lvl1pPr>
          </a:lstStyle>
          <a:p>
            <a:pPr indent="0" algn="ctr">
              <a:buNone/>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92" name="PlaceHolder 8"/>
          <p:cNvSpPr>
            <a:spLocks noGrp="1"/>
          </p:cNvSpPr>
          <p:nvPr>
            <p:ph type="sldNum" idx="39"/>
          </p:nvPr>
        </p:nvSpPr>
        <p:spPr>
          <a:xfrm>
            <a:off x="10514160" y="5883120"/>
            <a:ext cx="753120" cy="364680"/>
          </a:xfrm>
          <a:prstGeom prst="rect">
            <a:avLst/>
          </a:prstGeom>
          <a:noFill/>
          <a:ln w="0">
            <a:noFill/>
          </a:ln>
        </p:spPr>
        <p:txBody>
          <a:bodyPr lIns="91440" tIns="45720" rIns="91440" bIns="45720" anchor="ctr">
            <a:noAutofit/>
          </a:bodyPr>
          <a:lstStyle>
            <a:lvl1pPr indent="0" algn="r" defTabSz="457200">
              <a:lnSpc>
                <a:spcPct val="100000"/>
              </a:lnSpc>
              <a:buNone/>
              <a:defRPr lang="en-IN" sz="1000" b="0" u="none" strike="noStrike">
                <a:solidFill>
                  <a:schemeClr val="lt1">
                    <a:lumMod val="95000"/>
                  </a:schemeClr>
                </a:solidFill>
                <a:effectLst/>
                <a:uFillTx/>
                <a:latin typeface="Calisto MT"/>
              </a:defRPr>
            </a:lvl1pPr>
          </a:lstStyle>
          <a:p>
            <a:pPr indent="0" algn="r" defTabSz="457200">
              <a:lnSpc>
                <a:spcPct val="100000"/>
              </a:lnSpc>
              <a:buNone/>
            </a:pPr>
            <a:fld id="{4FAF8913-9C34-4B29-87A1-915EF60CD7D6}" type="slidenum">
              <a:rPr lang="en-IN" sz="1000" b="0" u="none" strike="noStrike">
                <a:solidFill>
                  <a:schemeClr val="lt1">
                    <a:lumMod val="95000"/>
                  </a:schemeClr>
                </a:solidFill>
                <a:effectLst/>
                <a:uFillTx/>
                <a:latin typeface="Calisto MT"/>
              </a:rPr>
              <a:t>&lt;number&gt;</a:t>
            </a:fld>
            <a:endParaRPr lang="en-US" sz="1000" b="0" u="none" strike="noStrike">
              <a:solidFill>
                <a:srgbClr val="FFFFFF"/>
              </a:solidFill>
              <a:effectLst/>
              <a:uFillTx/>
              <a:latin typeface="Times New Roman"/>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blipFill rotWithShape="0">
          <a:blip r:embed="rId2"/>
          <a:stretch/>
        </a:blipFill>
      </p:bgPr>
    </p:bg>
    <p:spTree>
      <p:nvGrpSpPr>
        <p:cNvPr id="1" name=""/>
        <p:cNvGrpSpPr/>
        <p:nvPr/>
      </p:nvGrpSpPr>
      <p:grpSpPr>
        <a:xfrm>
          <a:off x="0" y="0"/>
          <a:ext cx="0" cy="0"/>
          <a:chOff x="0" y="0"/>
          <a:chExt cx="0" cy="0"/>
        </a:xfrm>
      </p:grpSpPr>
      <p:sp>
        <p:nvSpPr>
          <p:cNvPr id="93" name="PlaceHolder 1"/>
          <p:cNvSpPr>
            <a:spLocks noGrp="1"/>
          </p:cNvSpPr>
          <p:nvPr>
            <p:ph type="title"/>
          </p:nvPr>
        </p:nvSpPr>
        <p:spPr>
          <a:xfrm>
            <a:off x="913680" y="609480"/>
            <a:ext cx="10353240" cy="970200"/>
          </a:xfrm>
          <a:prstGeom prst="rect">
            <a:avLst/>
          </a:prstGeom>
          <a:noFill/>
          <a:ln w="0">
            <a:noFill/>
          </a:ln>
          <a:effectLst>
            <a:outerShdw dist="0" dir="0" blurRad="25560" rotWithShape="0">
              <a:srgbClr val="000000">
                <a:alpha val="46000"/>
              </a:srgbClr>
            </a:outerShdw>
          </a:effectLst>
        </p:spPr>
        <p:txBody>
          <a:bodyPr lIns="91440" tIns="45720" rIns="91440" bIns="45720" anchor="ctr">
            <a:noAutofit/>
          </a:bodyPr>
          <a:lstStyle>
            <a:lvl1pPr indent="0" algn="ctr" defTabSz="457200">
              <a:lnSpc>
                <a:spcPct val="100000"/>
              </a:lnSpc>
              <a:buNone/>
              <a:defRPr lang="en-US" sz="4000" b="0" u="none" strike="noStrike">
                <a:solidFill>
                  <a:schemeClr val="lt2"/>
                </a:solidFill>
                <a:effectLst/>
                <a:uFillTx/>
                <a:latin typeface="Calisto MT"/>
              </a:defRPr>
            </a:lvl1pPr>
          </a:lstStyle>
          <a:p>
            <a:pPr indent="0" algn="ctr" defTabSz="457200">
              <a:lnSpc>
                <a:spcPct val="100000"/>
              </a:lnSpc>
              <a:buNone/>
            </a:pPr>
            <a:r>
              <a:rPr lang="en-US" sz="4000" b="0" u="none" strike="noStrike">
                <a:solidFill>
                  <a:schemeClr val="lt2"/>
                </a:solidFill>
                <a:effectLst/>
                <a:uFillTx/>
                <a:latin typeface="Calisto MT"/>
              </a:rPr>
              <a:t>Click to edit Master title style</a:t>
            </a:r>
            <a:endParaRPr lang="en-US" sz="4000" b="0" u="none" strike="noStrike">
              <a:solidFill>
                <a:schemeClr val="lt2"/>
              </a:solidFill>
              <a:effectLst/>
              <a:uFillTx/>
              <a:latin typeface="Calisto MT"/>
            </a:endParaRPr>
          </a:p>
        </p:txBody>
      </p:sp>
      <p:sp>
        <p:nvSpPr>
          <p:cNvPr id="94" name="PlaceHolder 2"/>
          <p:cNvSpPr>
            <a:spLocks noGrp="1"/>
          </p:cNvSpPr>
          <p:nvPr>
            <p:ph type="dt" idx="40"/>
          </p:nvPr>
        </p:nvSpPr>
        <p:spPr>
          <a:xfrm>
            <a:off x="7678800" y="5883120"/>
            <a:ext cx="2742840" cy="364680"/>
          </a:xfrm>
          <a:prstGeom prst="rect">
            <a:avLst/>
          </a:prstGeom>
          <a:noFill/>
          <a:ln w="0">
            <a:noFill/>
          </a:ln>
        </p:spPr>
        <p:txBody>
          <a:bodyPr lIns="91440" tIns="45720" rIns="91440" bIns="45720" anchor="ctr">
            <a:noAutofit/>
          </a:bodyPr>
          <a:lstStyle>
            <a:lvl1pPr indent="0" algn="r" defTabSz="457200">
              <a:lnSpc>
                <a:spcPct val="100000"/>
              </a:lnSpc>
              <a:buNone/>
              <a:defRPr lang="en-IN" sz="1000" b="0" u="none" strike="noStrike">
                <a:solidFill>
                  <a:schemeClr val="lt1">
                    <a:lumMod val="95000"/>
                  </a:schemeClr>
                </a:solidFill>
                <a:effectLst/>
                <a:uFillTx/>
                <a:latin typeface="Calisto MT"/>
              </a:defRPr>
            </a:lvl1pPr>
          </a:lstStyle>
          <a:p>
            <a:pPr indent="0" algn="r" defTabSz="457200">
              <a:lnSpc>
                <a:spcPct val="100000"/>
              </a:lnSpc>
              <a:buNone/>
            </a:pPr>
            <a:r>
              <a:rPr lang="en-IN" sz="1000" b="0" u="none" strike="noStrike">
                <a:solidFill>
                  <a:schemeClr val="lt1">
                    <a:lumMod val="95000"/>
                  </a:schemeClr>
                </a:solidFill>
                <a:effectLst/>
                <a:uFillTx/>
                <a:latin typeface="Calisto MT"/>
              </a:rPr>
              <a:t>&lt;date/time&gt;</a:t>
            </a:r>
            <a:endParaRPr lang="en-US" sz="1000" b="0" u="none" strike="noStrike">
              <a:solidFill>
                <a:srgbClr val="FFFFFF"/>
              </a:solidFill>
              <a:effectLst/>
              <a:uFillTx/>
              <a:latin typeface="Times New Roman"/>
            </a:endParaRPr>
          </a:p>
        </p:txBody>
      </p:sp>
      <p:sp>
        <p:nvSpPr>
          <p:cNvPr id="95" name="PlaceHolder 3"/>
          <p:cNvSpPr>
            <a:spLocks noGrp="1"/>
          </p:cNvSpPr>
          <p:nvPr>
            <p:ph type="ftr" idx="41"/>
          </p:nvPr>
        </p:nvSpPr>
        <p:spPr>
          <a:xfrm>
            <a:off x="913680" y="5883120"/>
            <a:ext cx="667260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FFFFFF"/>
                </a:solidFill>
                <a:effectLst/>
                <a:uFillTx/>
                <a:latin typeface="Times New Roman"/>
              </a:defRPr>
            </a:lvl1pPr>
          </a:lstStyle>
          <a:p>
            <a:pPr indent="0" algn="ctr">
              <a:buNone/>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96" name="PlaceHolder 4"/>
          <p:cNvSpPr>
            <a:spLocks noGrp="1"/>
          </p:cNvSpPr>
          <p:nvPr>
            <p:ph type="sldNum" idx="42"/>
          </p:nvPr>
        </p:nvSpPr>
        <p:spPr>
          <a:xfrm>
            <a:off x="10514160" y="5883120"/>
            <a:ext cx="753120" cy="364680"/>
          </a:xfrm>
          <a:prstGeom prst="rect">
            <a:avLst/>
          </a:prstGeom>
          <a:noFill/>
          <a:ln w="0">
            <a:noFill/>
          </a:ln>
        </p:spPr>
        <p:txBody>
          <a:bodyPr lIns="91440" tIns="45720" rIns="91440" bIns="45720" anchor="ctr">
            <a:noAutofit/>
          </a:bodyPr>
          <a:lstStyle>
            <a:lvl1pPr indent="0" algn="r" defTabSz="457200">
              <a:lnSpc>
                <a:spcPct val="100000"/>
              </a:lnSpc>
              <a:buNone/>
              <a:defRPr lang="en-IN" sz="1000" b="0" u="none" strike="noStrike">
                <a:solidFill>
                  <a:schemeClr val="lt1">
                    <a:lumMod val="95000"/>
                  </a:schemeClr>
                </a:solidFill>
                <a:effectLst/>
                <a:uFillTx/>
                <a:latin typeface="Calisto MT"/>
              </a:defRPr>
            </a:lvl1pPr>
          </a:lstStyle>
          <a:p>
            <a:pPr indent="0" algn="r" defTabSz="457200">
              <a:lnSpc>
                <a:spcPct val="100000"/>
              </a:lnSpc>
              <a:buNone/>
            </a:pPr>
            <a:fld id="{1E1D3645-3582-4437-B34F-FA88ADF057AF}" type="slidenum">
              <a:rPr lang="en-IN" sz="1000" b="0" u="none" strike="noStrike">
                <a:solidFill>
                  <a:schemeClr val="lt1">
                    <a:lumMod val="95000"/>
                  </a:schemeClr>
                </a:solidFill>
                <a:effectLst/>
                <a:uFillTx/>
                <a:latin typeface="Calisto MT"/>
              </a:rPr>
              <a:t>&lt;number&gt;</a:t>
            </a:fld>
            <a:endParaRPr lang="en-US" sz="1000" b="0" u="none" strike="noStrike">
              <a:solidFill>
                <a:srgbClr val="FFFFFF"/>
              </a:solidFill>
              <a:effectLst/>
              <a:uFillTx/>
              <a:latin typeface="Times New Roman"/>
            </a:endParaRPr>
          </a:p>
        </p:txBody>
      </p:sp>
      <p:sp>
        <p:nvSpPr>
          <p:cNvPr id="97"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457200">
              <a:spcBef>
                <a:spcPts val="400"/>
              </a:spcBef>
              <a:spcAft>
                <a:spcPts val="601"/>
              </a:spcAft>
              <a:buClr>
                <a:srgbClr val="DADADA"/>
              </a:buClr>
              <a:buSzPct val="70000"/>
              <a:buFont typeface="Wingdings 2" charset="2"/>
              <a:buChar char=""/>
              <a:defRPr lang="en-US" sz="2000" b="0" u="none" strike="noStrike">
                <a:solidFill>
                  <a:schemeClr val="lt2"/>
                </a:solidFill>
                <a:effectLst/>
                <a:uFillTx/>
                <a:latin typeface="Calisto MT"/>
              </a:defRPr>
            </a:lvl1pPr>
            <a:lvl2pPr lvl="1" algn="l" defTabSz="457200">
              <a:spcBef>
                <a:spcPts val="360"/>
              </a:spcBef>
              <a:spcAft>
                <a:spcPts val="601"/>
              </a:spcAft>
              <a:buClr>
                <a:srgbClr val="FFFFFF"/>
              </a:buClr>
              <a:buSzPct val="75000"/>
              <a:buFont typeface="Symbol" charset="2"/>
              <a:buChar char=""/>
              <a:defRPr lang="en-US" sz="1800" b="0" u="none" strike="noStrike">
                <a:solidFill>
                  <a:schemeClr val="lt2"/>
                </a:solidFill>
                <a:effectLst/>
                <a:uFillTx/>
                <a:latin typeface="Calisto MT"/>
              </a:defRPr>
            </a:lvl2pPr>
            <a:lvl3pPr lvl="2" algn="l" defTabSz="457200">
              <a:spcBef>
                <a:spcPts val="320"/>
              </a:spcBef>
              <a:spcAft>
                <a:spcPts val="601"/>
              </a:spcAft>
              <a:buClr>
                <a:srgbClr val="FFFFFF"/>
              </a:buClr>
              <a:buSzPct val="45000"/>
              <a:buFont typeface="Wingdings" charset="2"/>
              <a:buChar char=""/>
              <a:defRPr lang="en-US" sz="1600" b="0" u="none" strike="noStrike">
                <a:solidFill>
                  <a:schemeClr val="lt2"/>
                </a:solidFill>
                <a:effectLst/>
                <a:uFillTx/>
                <a:latin typeface="Calisto MT"/>
              </a:defRPr>
            </a:lvl3pPr>
            <a:lvl4pPr lvl="3" algn="l" defTabSz="457200">
              <a:spcBef>
                <a:spcPts val="281"/>
              </a:spcBef>
              <a:spcAft>
                <a:spcPts val="601"/>
              </a:spcAft>
              <a:buClr>
                <a:srgbClr val="FFFFFF"/>
              </a:buClr>
              <a:buSzPct val="75000"/>
              <a:buFont typeface="Symbol" charset="2"/>
              <a:buChar char=""/>
              <a:defRPr lang="en-US" sz="1400" b="0" u="none" strike="noStrike">
                <a:solidFill>
                  <a:schemeClr val="lt2"/>
                </a:solidFill>
                <a:effectLst/>
                <a:uFillTx/>
                <a:latin typeface="Calisto MT"/>
              </a:defRPr>
            </a:lvl4pPr>
            <a:lvl5pPr lvl="4" algn="l" defTabSz="457200">
              <a:spcBef>
                <a:spcPts val="281"/>
              </a:spcBef>
              <a:spcAft>
                <a:spcPts val="601"/>
              </a:spcAft>
              <a:buClr>
                <a:srgbClr val="FFFFFF"/>
              </a:buClr>
              <a:buSzPct val="45000"/>
              <a:buFont typeface="Wingdings" charset="2"/>
              <a:buChar char=""/>
              <a:defRPr lang="en-US" sz="1400" b="0" u="none" strike="noStrike">
                <a:solidFill>
                  <a:schemeClr val="lt2"/>
                </a:solidFill>
                <a:effectLst/>
                <a:uFillTx/>
                <a:latin typeface="Calisto MT"/>
              </a:defRPr>
            </a:lvl5pPr>
            <a:lvl6pPr lvl="5" algn="l" defTabSz="457200">
              <a:spcBef>
                <a:spcPts val="283"/>
              </a:spcBef>
              <a:buClr>
                <a:srgbClr val="FFFFFF"/>
              </a:buClr>
              <a:buSzPct val="45000"/>
              <a:buFont typeface="Wingdings" charset="2"/>
              <a:buChar char=""/>
              <a:defRPr lang="en-US" sz="2000" b="0" u="none" strike="noStrike">
                <a:solidFill>
                  <a:schemeClr val="lt2"/>
                </a:solidFill>
                <a:effectLst/>
                <a:uFillTx/>
                <a:latin typeface="Calisto MT"/>
              </a:defRPr>
            </a:lvl6pPr>
            <a:lvl7pPr lvl="6" algn="l" defTabSz="457200">
              <a:spcBef>
                <a:spcPts val="283"/>
              </a:spcBef>
              <a:buClr>
                <a:srgbClr val="FFFFFF"/>
              </a:buClr>
              <a:buSzPct val="45000"/>
              <a:buFont typeface="Wingdings" charset="2"/>
              <a:buChar char=""/>
              <a:defRPr lang="en-US" sz="2000" b="0" u="none" strike="noStrike">
                <a:solidFill>
                  <a:schemeClr val="lt2"/>
                </a:solidFill>
                <a:effectLst/>
                <a:uFillTx/>
                <a:latin typeface="Calisto MT"/>
              </a:defRPr>
            </a:lvl7pPr>
          </a:lstStyle>
          <a:p>
            <a:pPr marL="343080" indent="-306000" algn="l" defTabSz="457200">
              <a:spcBef>
                <a:spcPts val="400"/>
              </a:spcBef>
              <a:spcAft>
                <a:spcPts val="601"/>
              </a:spcAft>
              <a:buClr>
                <a:srgbClr val="DADADA"/>
              </a:buClr>
              <a:buSzPct val="70000"/>
              <a:buFont typeface="Wingdings 2" charset="2"/>
              <a:buChar char=""/>
            </a:pPr>
            <a:r>
              <a:rPr lang="en-US" sz="2000" b="0" u="none" strike="noStrike">
                <a:solidFill>
                  <a:schemeClr val="lt2"/>
                </a:solidFill>
                <a:effectLst/>
                <a:uFillTx/>
                <a:latin typeface="Calisto MT"/>
              </a:rPr>
              <a:t>Click to edit the outline text format</a:t>
            </a:r>
            <a:endParaRPr lang="en-US" sz="2000" b="0" u="none" strike="noStrike">
              <a:solidFill>
                <a:schemeClr val="lt2"/>
              </a:solidFill>
              <a:effectLst/>
              <a:uFillTx/>
              <a:latin typeface="Calisto MT"/>
            </a:endParaRPr>
          </a:p>
          <a:p>
            <a:pPr marL="864000" lvl="1" indent="-324000" algn="l" defTabSz="457200">
              <a:spcBef>
                <a:spcPts val="360"/>
              </a:spcBef>
              <a:spcAft>
                <a:spcPts val="601"/>
              </a:spcAft>
              <a:buClr>
                <a:srgbClr val="FFFFFF"/>
              </a:buClr>
              <a:buSzPct val="75000"/>
              <a:buFont typeface="Symbol" charset="2"/>
              <a:buChar char=""/>
            </a:pPr>
            <a:r>
              <a:rPr lang="en-US" sz="1800" b="0" u="none" strike="noStrike">
                <a:solidFill>
                  <a:schemeClr val="lt2"/>
                </a:solidFill>
                <a:effectLst/>
                <a:uFillTx/>
                <a:latin typeface="Calisto MT"/>
              </a:rPr>
              <a:t>Second Outline Level</a:t>
            </a:r>
            <a:endParaRPr lang="en-US" sz="1800" b="0" u="none" strike="noStrike">
              <a:solidFill>
                <a:schemeClr val="lt2"/>
              </a:solidFill>
              <a:effectLst/>
              <a:uFillTx/>
              <a:latin typeface="Calisto MT"/>
            </a:endParaRPr>
          </a:p>
          <a:p>
            <a:pPr marL="1296000" lvl="2" indent="-288000" algn="l" defTabSz="457200">
              <a:spcBef>
                <a:spcPts val="320"/>
              </a:spcBef>
              <a:spcAft>
                <a:spcPts val="601"/>
              </a:spcAft>
              <a:buClr>
                <a:srgbClr val="FFFFFF"/>
              </a:buClr>
              <a:buSzPct val="45000"/>
              <a:buFont typeface="Wingdings" charset="2"/>
              <a:buChar char=""/>
            </a:pPr>
            <a:r>
              <a:rPr lang="en-US" sz="1600" b="0" u="none" strike="noStrike">
                <a:solidFill>
                  <a:schemeClr val="lt2"/>
                </a:solidFill>
                <a:effectLst/>
                <a:uFillTx/>
                <a:latin typeface="Calisto MT"/>
              </a:rPr>
              <a:t>Third Outline Level</a:t>
            </a:r>
            <a:endParaRPr lang="en-US" sz="1600" b="0" u="none" strike="noStrike">
              <a:solidFill>
                <a:schemeClr val="lt2"/>
              </a:solidFill>
              <a:effectLst/>
              <a:uFillTx/>
              <a:latin typeface="Calisto MT"/>
            </a:endParaRPr>
          </a:p>
          <a:p>
            <a:pPr marL="1728000" lvl="3" indent="-216000" algn="l" defTabSz="457200">
              <a:spcBef>
                <a:spcPts val="281"/>
              </a:spcBef>
              <a:spcAft>
                <a:spcPts val="601"/>
              </a:spcAft>
              <a:buClr>
                <a:srgbClr val="FFFFFF"/>
              </a:buClr>
              <a:buSzPct val="75000"/>
              <a:buFont typeface="Symbol" charset="2"/>
              <a:buChar char=""/>
            </a:pPr>
            <a:r>
              <a:rPr lang="en-US" sz="1400" b="0" u="none" strike="noStrike">
                <a:solidFill>
                  <a:schemeClr val="lt2"/>
                </a:solidFill>
                <a:effectLst/>
                <a:uFillTx/>
                <a:latin typeface="Calisto MT"/>
              </a:rPr>
              <a:t>Fourth Outline Level</a:t>
            </a:r>
            <a:endParaRPr lang="en-US" sz="1400" b="0" u="none" strike="noStrike">
              <a:solidFill>
                <a:schemeClr val="lt2"/>
              </a:solidFill>
              <a:effectLst/>
              <a:uFillTx/>
              <a:latin typeface="Calisto MT"/>
            </a:endParaRPr>
          </a:p>
          <a:p>
            <a:pPr marL="2160000" lvl="4" indent="-216000" algn="l" defTabSz="457200">
              <a:spcBef>
                <a:spcPts val="281"/>
              </a:spcBef>
              <a:spcAft>
                <a:spcPts val="601"/>
              </a:spcAft>
              <a:buClr>
                <a:srgbClr val="FFFFFF"/>
              </a:buClr>
              <a:buSzPct val="45000"/>
              <a:buFont typeface="Wingdings" charset="2"/>
              <a:buChar char=""/>
            </a:pPr>
            <a:r>
              <a:rPr lang="en-US" sz="1400" b="0" u="none" strike="noStrike">
                <a:solidFill>
                  <a:schemeClr val="lt2"/>
                </a:solidFill>
                <a:effectLst/>
                <a:uFillTx/>
                <a:latin typeface="Calisto MT"/>
              </a:rPr>
              <a:t>Fifth Outline Level</a:t>
            </a:r>
            <a:endParaRPr lang="en-US" sz="1400" b="0" u="none" strike="noStrike">
              <a:solidFill>
                <a:schemeClr val="lt2"/>
              </a:solidFill>
              <a:effectLst/>
              <a:uFillTx/>
              <a:latin typeface="Calisto MT"/>
            </a:endParaRPr>
          </a:p>
          <a:p>
            <a:pPr marL="2592000" lvl="5" indent="-216000" algn="l" defTabSz="457200">
              <a:spcBef>
                <a:spcPts val="283"/>
              </a:spcBef>
              <a:buClr>
                <a:srgbClr val="FFFFFF"/>
              </a:buClr>
              <a:buSzPct val="45000"/>
              <a:buFont typeface="Wingdings" charset="2"/>
              <a:buChar char=""/>
            </a:pPr>
            <a:r>
              <a:rPr lang="en-US" sz="2000" b="0" u="none" strike="noStrike">
                <a:solidFill>
                  <a:schemeClr val="lt2"/>
                </a:solidFill>
                <a:effectLst/>
                <a:uFillTx/>
                <a:latin typeface="Calisto MT"/>
              </a:rPr>
              <a:t>Sixth Outline Level</a:t>
            </a:r>
            <a:endParaRPr lang="en-US" sz="2000" b="0" u="none" strike="noStrike">
              <a:solidFill>
                <a:schemeClr val="lt2"/>
              </a:solidFill>
              <a:effectLst/>
              <a:uFillTx/>
              <a:latin typeface="Calisto MT"/>
            </a:endParaRPr>
          </a:p>
          <a:p>
            <a:pPr marL="3024000" lvl="6" indent="-216000" algn="l" defTabSz="457200">
              <a:spcBef>
                <a:spcPts val="283"/>
              </a:spcBef>
              <a:buClr>
                <a:srgbClr val="FFFFFF"/>
              </a:buClr>
              <a:buSzPct val="45000"/>
              <a:buFont typeface="Wingdings" charset="2"/>
              <a:buChar char=""/>
            </a:pPr>
            <a:r>
              <a:rPr lang="en-US" sz="2000" b="0" u="none" strike="noStrike">
                <a:solidFill>
                  <a:schemeClr val="lt2"/>
                </a:solidFill>
                <a:effectLst/>
                <a:uFillTx/>
                <a:latin typeface="Calisto MT"/>
              </a:rPr>
              <a:t>Seventh Outline Level</a:t>
            </a:r>
            <a:endParaRPr lang="en-US" sz="2000" b="0" u="none" strike="noStrike">
              <a:solidFill>
                <a:schemeClr val="lt2"/>
              </a:solidFill>
              <a:effectLst/>
              <a:uFillTx/>
              <a:latin typeface="Calisto MT"/>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blipFill rotWithShape="0">
          <a:blip r:embed="rId2"/>
          <a:stretch/>
        </a:blipFill>
      </p:bgPr>
    </p:bg>
    <p:spTree>
      <p:nvGrpSpPr>
        <p:cNvPr id="1" name=""/>
        <p:cNvGrpSpPr/>
        <p:nvPr/>
      </p:nvGrpSpPr>
      <p:grpSpPr>
        <a:xfrm>
          <a:off x="0" y="0"/>
          <a:ext cx="0" cy="0"/>
          <a:chOff x="0" y="0"/>
          <a:chExt cx="0" cy="0"/>
        </a:xfrm>
      </p:grpSpPr>
      <p:sp>
        <p:nvSpPr>
          <p:cNvPr id="98" name="PlaceHolder 1"/>
          <p:cNvSpPr>
            <a:spLocks noGrp="1"/>
          </p:cNvSpPr>
          <p:nvPr>
            <p:ph type="dt" idx="43"/>
          </p:nvPr>
        </p:nvSpPr>
        <p:spPr>
          <a:xfrm>
            <a:off x="7678800" y="5883120"/>
            <a:ext cx="2742840" cy="364680"/>
          </a:xfrm>
          <a:prstGeom prst="rect">
            <a:avLst/>
          </a:prstGeom>
          <a:noFill/>
          <a:ln w="0">
            <a:noFill/>
          </a:ln>
        </p:spPr>
        <p:txBody>
          <a:bodyPr lIns="91440" tIns="45720" rIns="91440" bIns="45720" anchor="ctr">
            <a:noAutofit/>
          </a:bodyPr>
          <a:lstStyle>
            <a:lvl1pPr indent="0" algn="r" defTabSz="457200">
              <a:lnSpc>
                <a:spcPct val="100000"/>
              </a:lnSpc>
              <a:buNone/>
              <a:defRPr lang="en-IN" sz="1000" b="0" u="none" strike="noStrike">
                <a:solidFill>
                  <a:schemeClr val="lt1">
                    <a:lumMod val="95000"/>
                  </a:schemeClr>
                </a:solidFill>
                <a:effectLst/>
                <a:uFillTx/>
                <a:latin typeface="Calisto MT"/>
              </a:defRPr>
            </a:lvl1pPr>
          </a:lstStyle>
          <a:p>
            <a:pPr indent="0" algn="r" defTabSz="457200">
              <a:lnSpc>
                <a:spcPct val="100000"/>
              </a:lnSpc>
              <a:buNone/>
            </a:pPr>
            <a:r>
              <a:rPr lang="en-IN" sz="1000" b="0" u="none" strike="noStrike">
                <a:solidFill>
                  <a:schemeClr val="lt1">
                    <a:lumMod val="95000"/>
                  </a:schemeClr>
                </a:solidFill>
                <a:effectLst/>
                <a:uFillTx/>
                <a:latin typeface="Calisto MT"/>
              </a:rPr>
              <a:t>&lt;date/time&gt;</a:t>
            </a:r>
            <a:endParaRPr lang="en-US" sz="1000" b="0" u="none" strike="noStrike">
              <a:solidFill>
                <a:srgbClr val="FFFFFF"/>
              </a:solidFill>
              <a:effectLst/>
              <a:uFillTx/>
              <a:latin typeface="Times New Roman"/>
            </a:endParaRPr>
          </a:p>
        </p:txBody>
      </p:sp>
      <p:sp>
        <p:nvSpPr>
          <p:cNvPr id="99" name="PlaceHolder 2"/>
          <p:cNvSpPr>
            <a:spLocks noGrp="1"/>
          </p:cNvSpPr>
          <p:nvPr>
            <p:ph type="ftr" idx="44"/>
          </p:nvPr>
        </p:nvSpPr>
        <p:spPr>
          <a:xfrm>
            <a:off x="913680" y="5883120"/>
            <a:ext cx="667260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FFFFFF"/>
                </a:solidFill>
                <a:effectLst/>
                <a:uFillTx/>
                <a:latin typeface="Times New Roman"/>
              </a:defRPr>
            </a:lvl1pPr>
          </a:lstStyle>
          <a:p>
            <a:pPr indent="0" algn="ctr">
              <a:buNone/>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100" name="PlaceHolder 3"/>
          <p:cNvSpPr>
            <a:spLocks noGrp="1"/>
          </p:cNvSpPr>
          <p:nvPr>
            <p:ph type="sldNum" idx="45"/>
          </p:nvPr>
        </p:nvSpPr>
        <p:spPr>
          <a:xfrm>
            <a:off x="10514160" y="5883120"/>
            <a:ext cx="753120" cy="364680"/>
          </a:xfrm>
          <a:prstGeom prst="rect">
            <a:avLst/>
          </a:prstGeom>
          <a:noFill/>
          <a:ln w="0">
            <a:noFill/>
          </a:ln>
        </p:spPr>
        <p:txBody>
          <a:bodyPr lIns="91440" tIns="45720" rIns="91440" bIns="45720" anchor="ctr">
            <a:noAutofit/>
          </a:bodyPr>
          <a:lstStyle>
            <a:lvl1pPr indent="0" algn="r" defTabSz="457200">
              <a:lnSpc>
                <a:spcPct val="100000"/>
              </a:lnSpc>
              <a:buNone/>
              <a:defRPr lang="en-IN" sz="1000" b="0" u="none" strike="noStrike">
                <a:solidFill>
                  <a:schemeClr val="lt1">
                    <a:lumMod val="95000"/>
                  </a:schemeClr>
                </a:solidFill>
                <a:effectLst/>
                <a:uFillTx/>
                <a:latin typeface="Calisto MT"/>
              </a:defRPr>
            </a:lvl1pPr>
          </a:lstStyle>
          <a:p>
            <a:pPr indent="0" algn="r" defTabSz="457200">
              <a:lnSpc>
                <a:spcPct val="100000"/>
              </a:lnSpc>
              <a:buNone/>
            </a:pPr>
            <a:fld id="{D107478B-0868-46E0-A74A-26D0F8C7A494}" type="slidenum">
              <a:rPr lang="en-IN" sz="1000" b="0" u="none" strike="noStrike">
                <a:solidFill>
                  <a:schemeClr val="lt1">
                    <a:lumMod val="95000"/>
                  </a:schemeClr>
                </a:solidFill>
                <a:effectLst/>
                <a:uFillTx/>
                <a:latin typeface="Calisto MT"/>
              </a:rPr>
              <a:t>&lt;number&gt;</a:t>
            </a:fld>
            <a:endParaRPr lang="en-US" sz="1000" b="0" u="none" strike="noStrike">
              <a:solidFill>
                <a:srgbClr val="FFFFFF"/>
              </a:solidFill>
              <a:effectLst/>
              <a:uFillTx/>
              <a:latin typeface="Times New Roman"/>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blipFill rotWithShape="0">
          <a:blip r:embed="rId2"/>
          <a:stretch/>
        </a:blipFill>
      </p:bgPr>
    </p:bg>
    <p:spTree>
      <p:nvGrpSpPr>
        <p:cNvPr id="1" name=""/>
        <p:cNvGrpSpPr/>
        <p:nvPr/>
      </p:nvGrpSpPr>
      <p:grpSpPr>
        <a:xfrm>
          <a:off x="0" y="0"/>
          <a:ext cx="0" cy="0"/>
          <a:chOff x="0" y="0"/>
          <a:chExt cx="0" cy="0"/>
        </a:xfrm>
      </p:grpSpPr>
      <p:sp>
        <p:nvSpPr>
          <p:cNvPr id="101" name="PlaceHolder 1"/>
          <p:cNvSpPr>
            <a:spLocks noGrp="1"/>
          </p:cNvSpPr>
          <p:nvPr>
            <p:ph type="title"/>
          </p:nvPr>
        </p:nvSpPr>
        <p:spPr>
          <a:xfrm>
            <a:off x="913680" y="609480"/>
            <a:ext cx="3706560" cy="1821600"/>
          </a:xfrm>
          <a:prstGeom prst="rect">
            <a:avLst/>
          </a:prstGeom>
          <a:noFill/>
          <a:ln w="0">
            <a:noFill/>
          </a:ln>
          <a:effectLst>
            <a:outerShdw dist="0" dir="0" blurRad="25560" rotWithShape="0">
              <a:srgbClr val="000000">
                <a:alpha val="46000"/>
              </a:srgbClr>
            </a:outerShdw>
          </a:effectLst>
        </p:spPr>
        <p:txBody>
          <a:bodyPr lIns="91440" tIns="45720" rIns="91440" bIns="45720" anchor="b">
            <a:normAutofit/>
          </a:bodyPr>
          <a:lstStyle>
            <a:lvl1pPr indent="0" algn="ctr" defTabSz="457200">
              <a:lnSpc>
                <a:spcPct val="100000"/>
              </a:lnSpc>
              <a:buNone/>
              <a:defRPr lang="en-US" sz="2400" b="0" u="none" strike="noStrike">
                <a:solidFill>
                  <a:schemeClr val="lt2"/>
                </a:solidFill>
                <a:effectLst/>
                <a:uFillTx/>
                <a:latin typeface="Calisto MT"/>
              </a:defRPr>
            </a:lvl1pPr>
          </a:lstStyle>
          <a:p>
            <a:pPr indent="0" algn="ctr" defTabSz="457200">
              <a:lnSpc>
                <a:spcPct val="100000"/>
              </a:lnSpc>
              <a:buNone/>
            </a:pPr>
            <a:r>
              <a:rPr lang="en-US" sz="2400" b="0" u="none" strike="noStrike">
                <a:solidFill>
                  <a:schemeClr val="lt2"/>
                </a:solidFill>
                <a:effectLst/>
                <a:uFillTx/>
                <a:latin typeface="Calisto MT"/>
              </a:rPr>
              <a:t>Click to edit Master title style</a:t>
            </a:r>
            <a:endParaRPr lang="en-US" sz="2400" b="0" u="none" strike="noStrike">
              <a:solidFill>
                <a:schemeClr val="lt2"/>
              </a:solidFill>
              <a:effectLst/>
              <a:uFillTx/>
              <a:latin typeface="Calisto MT"/>
            </a:endParaRPr>
          </a:p>
        </p:txBody>
      </p:sp>
      <p:sp>
        <p:nvSpPr>
          <p:cNvPr id="102" name="PlaceHolder 2"/>
          <p:cNvSpPr>
            <a:spLocks noGrp="1"/>
          </p:cNvSpPr>
          <p:nvPr>
            <p:ph type="body"/>
          </p:nvPr>
        </p:nvSpPr>
        <p:spPr>
          <a:xfrm>
            <a:off x="4855680" y="609480"/>
            <a:ext cx="6411600" cy="5181120"/>
          </a:xfrm>
          <a:prstGeom prst="rect">
            <a:avLst/>
          </a:prstGeom>
          <a:noFill/>
          <a:ln w="0">
            <a:noFill/>
          </a:ln>
          <a:effectLst>
            <a:outerShdw dist="0" dir="0" blurRad="25560" rotWithShape="0">
              <a:srgbClr val="000000">
                <a:alpha val="46000"/>
              </a:srgbClr>
            </a:outerShdw>
          </a:effectLst>
        </p:spPr>
        <p:txBody>
          <a:bodyPr lIns="91440" tIns="45720" rIns="91440" bIns="45720" anchor="t">
            <a:normAutofit/>
          </a:bodyPr>
          <a:lstStyle>
            <a:lvl1pPr algn="l" defTabSz="457200">
              <a:lnSpc>
                <a:spcPct val="100000"/>
              </a:lnSpc>
              <a:spcBef>
                <a:spcPts val="400"/>
              </a:spcBef>
              <a:spcAft>
                <a:spcPts val="601"/>
              </a:spcAft>
              <a:buClr>
                <a:srgbClr val="DADADA"/>
              </a:buClr>
              <a:buSzPct val="70000"/>
              <a:buFont typeface="Wingdings 2" charset="2"/>
              <a:buChar char=""/>
              <a:defRPr lang="en-US" sz="2000" b="0" u="none" strike="noStrike">
                <a:solidFill>
                  <a:schemeClr val="lt2"/>
                </a:solidFill>
                <a:effectLst/>
                <a:uFillTx/>
                <a:latin typeface="Calisto MT"/>
              </a:defRPr>
            </a:lvl1pPr>
            <a:lvl2pPr lvl="1" algn="l" defTabSz="457200">
              <a:lnSpc>
                <a:spcPct val="100000"/>
              </a:lnSpc>
              <a:spcBef>
                <a:spcPts val="360"/>
              </a:spcBef>
              <a:spcAft>
                <a:spcPts val="601"/>
              </a:spcAft>
              <a:buClr>
                <a:srgbClr val="DADADA"/>
              </a:buClr>
              <a:buSzPct val="70000"/>
              <a:buFont typeface="Wingdings 2" charset="2"/>
              <a:buChar char=""/>
              <a:defRPr lang="en-US" sz="1800" b="0" u="none" strike="noStrike">
                <a:solidFill>
                  <a:schemeClr val="lt2"/>
                </a:solidFill>
                <a:effectLst/>
                <a:uFillTx/>
                <a:latin typeface="Calisto MT"/>
              </a:defRPr>
            </a:lvl2pPr>
            <a:lvl3pPr lvl="2" algn="l" defTabSz="457200">
              <a:lnSpc>
                <a:spcPct val="100000"/>
              </a:lnSpc>
              <a:spcBef>
                <a:spcPts val="320"/>
              </a:spcBef>
              <a:spcAft>
                <a:spcPts val="601"/>
              </a:spcAft>
              <a:buClr>
                <a:srgbClr val="DADADA"/>
              </a:buClr>
              <a:buSzPct val="70000"/>
              <a:buFont typeface="Wingdings 2" charset="2"/>
              <a:buChar char=""/>
              <a:defRPr lang="en-US" sz="1600" b="0" u="none" strike="noStrike">
                <a:solidFill>
                  <a:schemeClr val="lt2"/>
                </a:solidFill>
                <a:effectLst/>
                <a:uFillTx/>
                <a:latin typeface="Calisto MT"/>
              </a:defRPr>
            </a:lvl3pPr>
            <a:lvl4pPr lvl="3" algn="l" defTabSz="457200">
              <a:lnSpc>
                <a:spcPct val="100000"/>
              </a:lnSpc>
              <a:spcBef>
                <a:spcPts val="281"/>
              </a:spcBef>
              <a:spcAft>
                <a:spcPts val="601"/>
              </a:spcAft>
              <a:buClr>
                <a:srgbClr val="DADADA"/>
              </a:buClr>
              <a:buSzPct val="70000"/>
              <a:buFont typeface="Wingdings 2" charset="2"/>
              <a:buChar char=""/>
              <a:defRPr lang="en-US" sz="1400" b="0" u="none" strike="noStrike">
                <a:solidFill>
                  <a:schemeClr val="lt2"/>
                </a:solidFill>
                <a:effectLst/>
                <a:uFillTx/>
                <a:latin typeface="Calisto MT"/>
              </a:defRPr>
            </a:lvl4pPr>
            <a:lvl5pPr lvl="4" algn="l" defTabSz="457200">
              <a:lnSpc>
                <a:spcPct val="100000"/>
              </a:lnSpc>
              <a:spcBef>
                <a:spcPts val="281"/>
              </a:spcBef>
              <a:spcAft>
                <a:spcPts val="601"/>
              </a:spcAft>
              <a:buClr>
                <a:srgbClr val="DADADA"/>
              </a:buClr>
              <a:buSzPct val="70000"/>
              <a:buFont typeface="Wingdings 2" charset="2"/>
              <a:buChar char=""/>
              <a:defRPr lang="en-US" sz="1400" b="0" u="none" strike="noStrike">
                <a:solidFill>
                  <a:schemeClr val="lt2"/>
                </a:solidFill>
                <a:effectLst/>
                <a:uFillTx/>
                <a:latin typeface="Calisto MT"/>
              </a:defRPr>
            </a:lvl5pPr>
          </a:lstStyle>
          <a:p>
            <a:pPr marL="343080" indent="-306000" algn="l" defTabSz="457200">
              <a:lnSpc>
                <a:spcPct val="100000"/>
              </a:lnSpc>
              <a:spcBef>
                <a:spcPts val="400"/>
              </a:spcBef>
              <a:spcAft>
                <a:spcPts val="601"/>
              </a:spcAft>
              <a:buClr>
                <a:srgbClr val="DADADA"/>
              </a:buClr>
              <a:buSzPct val="70000"/>
              <a:buFont typeface="Wingdings 2" charset="2"/>
              <a:buChar char=""/>
            </a:pPr>
            <a:r>
              <a:rPr lang="en-US" sz="2000" b="0" u="none" strike="noStrike">
                <a:solidFill>
                  <a:schemeClr val="lt2"/>
                </a:solidFill>
                <a:effectLst/>
                <a:uFillTx/>
                <a:latin typeface="Calisto MT"/>
              </a:rPr>
              <a:t>Edit Master text styles</a:t>
            </a:r>
            <a:endParaRPr lang="en-US" sz="2000" b="0" u="none" strike="noStrike">
              <a:solidFill>
                <a:schemeClr val="lt2"/>
              </a:solidFill>
              <a:effectLst/>
              <a:uFillTx/>
              <a:latin typeface="Calisto MT"/>
            </a:endParaRPr>
          </a:p>
          <a:p>
            <a:pPr marL="720000" lvl="1" indent="-270000" algn="l" defTabSz="457200">
              <a:lnSpc>
                <a:spcPct val="100000"/>
              </a:lnSpc>
              <a:spcBef>
                <a:spcPts val="360"/>
              </a:spcBef>
              <a:spcAft>
                <a:spcPts val="601"/>
              </a:spcAft>
              <a:buClr>
                <a:srgbClr val="DADADA"/>
              </a:buClr>
              <a:buSzPct val="70000"/>
              <a:buFont typeface="Wingdings 2" charset="2"/>
              <a:buChar char=""/>
            </a:pPr>
            <a:r>
              <a:rPr lang="en-US" sz="1800" b="0" u="none" strike="noStrike">
                <a:solidFill>
                  <a:schemeClr val="lt2"/>
                </a:solidFill>
                <a:effectLst/>
                <a:uFillTx/>
                <a:latin typeface="Calisto MT"/>
              </a:rPr>
              <a:t>Second level</a:t>
            </a:r>
            <a:endParaRPr lang="en-US" sz="1800" b="0" u="none" strike="noStrike">
              <a:solidFill>
                <a:schemeClr val="lt2"/>
              </a:solidFill>
              <a:effectLst/>
              <a:uFillTx/>
              <a:latin typeface="Calisto MT"/>
            </a:endParaRPr>
          </a:p>
          <a:p>
            <a:pPr marL="1026000" lvl="2" indent="-216000" algn="l" defTabSz="457200">
              <a:lnSpc>
                <a:spcPct val="100000"/>
              </a:lnSpc>
              <a:spcBef>
                <a:spcPts val="320"/>
              </a:spcBef>
              <a:spcAft>
                <a:spcPts val="601"/>
              </a:spcAft>
              <a:buClr>
                <a:srgbClr val="DADADA"/>
              </a:buClr>
              <a:buSzPct val="70000"/>
              <a:buFont typeface="Wingdings 2" charset="2"/>
              <a:buChar char=""/>
            </a:pPr>
            <a:r>
              <a:rPr lang="en-US" sz="1600" b="0" u="none" strike="noStrike">
                <a:solidFill>
                  <a:schemeClr val="lt2"/>
                </a:solidFill>
                <a:effectLst/>
                <a:uFillTx/>
                <a:latin typeface="Calisto MT"/>
              </a:rPr>
              <a:t>Third level</a:t>
            </a:r>
            <a:endParaRPr lang="en-US" sz="1600" b="0" u="none" strike="noStrike">
              <a:solidFill>
                <a:schemeClr val="lt2"/>
              </a:solidFill>
              <a:effectLst/>
              <a:uFillTx/>
              <a:latin typeface="Calisto MT"/>
            </a:endParaRPr>
          </a:p>
          <a:p>
            <a:pPr marL="1386000" lvl="3" indent="-216000" algn="l" defTabSz="457200">
              <a:lnSpc>
                <a:spcPct val="100000"/>
              </a:lnSpc>
              <a:spcBef>
                <a:spcPts val="281"/>
              </a:spcBef>
              <a:spcAft>
                <a:spcPts val="601"/>
              </a:spcAft>
              <a:buClr>
                <a:srgbClr val="DADADA"/>
              </a:buClr>
              <a:buSzPct val="70000"/>
              <a:buFont typeface="Wingdings 2" charset="2"/>
              <a:buChar char=""/>
            </a:pPr>
            <a:r>
              <a:rPr lang="en-US" sz="1400" b="0" u="none" strike="noStrike">
                <a:solidFill>
                  <a:schemeClr val="lt2"/>
                </a:solidFill>
                <a:effectLst/>
                <a:uFillTx/>
                <a:latin typeface="Calisto MT"/>
              </a:rPr>
              <a:t>Fourth level</a:t>
            </a:r>
            <a:endParaRPr lang="en-US" sz="1400" b="0" u="none" strike="noStrike">
              <a:solidFill>
                <a:schemeClr val="lt2"/>
              </a:solidFill>
              <a:effectLst/>
              <a:uFillTx/>
              <a:latin typeface="Calisto MT"/>
            </a:endParaRPr>
          </a:p>
          <a:p>
            <a:pPr marL="1674000" lvl="4" indent="-216000" algn="l" defTabSz="457200">
              <a:lnSpc>
                <a:spcPct val="100000"/>
              </a:lnSpc>
              <a:spcBef>
                <a:spcPts val="281"/>
              </a:spcBef>
              <a:spcAft>
                <a:spcPts val="601"/>
              </a:spcAft>
              <a:buClr>
                <a:srgbClr val="DADADA"/>
              </a:buClr>
              <a:buSzPct val="70000"/>
              <a:buFont typeface="Wingdings 2" charset="2"/>
              <a:buChar char=""/>
            </a:pPr>
            <a:r>
              <a:rPr lang="en-US" sz="1400" b="0" u="none" strike="noStrike">
                <a:solidFill>
                  <a:schemeClr val="lt2"/>
                </a:solidFill>
                <a:effectLst/>
                <a:uFillTx/>
                <a:latin typeface="Calisto MT"/>
              </a:rPr>
              <a:t>Fifth level</a:t>
            </a:r>
            <a:endParaRPr lang="en-US" sz="1400" b="0" u="none" strike="noStrike">
              <a:solidFill>
                <a:schemeClr val="lt2"/>
              </a:solidFill>
              <a:effectLst/>
              <a:uFillTx/>
              <a:latin typeface="Calisto MT"/>
            </a:endParaRPr>
          </a:p>
        </p:txBody>
      </p:sp>
      <p:sp>
        <p:nvSpPr>
          <p:cNvPr id="103" name="PlaceHolder 3"/>
          <p:cNvSpPr>
            <a:spLocks noGrp="1"/>
          </p:cNvSpPr>
          <p:nvPr>
            <p:ph type="body"/>
          </p:nvPr>
        </p:nvSpPr>
        <p:spPr>
          <a:xfrm>
            <a:off x="913680" y="2431440"/>
            <a:ext cx="3706560" cy="3359160"/>
          </a:xfrm>
          <a:prstGeom prst="rect">
            <a:avLst/>
          </a:prstGeom>
          <a:noFill/>
          <a:ln w="0">
            <a:noFill/>
          </a:ln>
          <a:effectLst>
            <a:outerShdw dist="0" dir="0" blurRad="25560" rotWithShape="0">
              <a:srgbClr val="000000">
                <a:alpha val="46000"/>
              </a:srgbClr>
            </a:outerShdw>
          </a:effectLst>
        </p:spPr>
        <p:txBody>
          <a:bodyPr lIns="91440" tIns="45720" rIns="91440" bIns="45720" anchor="t">
            <a:normAutofit/>
          </a:bodyPr>
          <a:lstStyle>
            <a:lvl1pPr indent="0" algn="ctr" defTabSz="457200">
              <a:lnSpc>
                <a:spcPct val="100000"/>
              </a:lnSpc>
              <a:spcBef>
                <a:spcPts val="320"/>
              </a:spcBef>
              <a:spcAft>
                <a:spcPts val="601"/>
              </a:spcAft>
              <a:buNone/>
              <a:tabLst>
                <a:tab pos="0" algn="l"/>
              </a:tabLst>
              <a:defRPr lang="en-US" sz="1600" b="0" u="none" strike="noStrike">
                <a:solidFill>
                  <a:schemeClr val="lt2"/>
                </a:solidFill>
                <a:effectLst/>
                <a:uFillTx/>
                <a:latin typeface="Calisto MT"/>
              </a:defRPr>
            </a:lvl1pPr>
          </a:lstStyle>
          <a:p>
            <a:pPr indent="0" algn="ctr" defTabSz="457200">
              <a:lnSpc>
                <a:spcPct val="100000"/>
              </a:lnSpc>
              <a:spcBef>
                <a:spcPts val="320"/>
              </a:spcBef>
              <a:spcAft>
                <a:spcPts val="601"/>
              </a:spcAft>
              <a:buNone/>
              <a:tabLst>
                <a:tab pos="0" algn="l"/>
              </a:tabLst>
            </a:pPr>
            <a:r>
              <a:rPr lang="en-US" sz="1600" b="0" u="none" strike="noStrike">
                <a:solidFill>
                  <a:schemeClr val="lt2"/>
                </a:solidFill>
                <a:effectLst/>
                <a:uFillTx/>
                <a:latin typeface="Calisto MT"/>
              </a:rPr>
              <a:t>Edit Master text styles</a:t>
            </a:r>
            <a:endParaRPr lang="en-US" sz="1600" b="0" u="none" strike="noStrike">
              <a:solidFill>
                <a:schemeClr val="lt2"/>
              </a:solidFill>
              <a:effectLst/>
              <a:uFillTx/>
              <a:latin typeface="Calisto MT"/>
            </a:endParaRPr>
          </a:p>
        </p:txBody>
      </p:sp>
      <p:sp>
        <p:nvSpPr>
          <p:cNvPr id="104" name="PlaceHolder 4"/>
          <p:cNvSpPr>
            <a:spLocks noGrp="1"/>
          </p:cNvSpPr>
          <p:nvPr>
            <p:ph type="dt" idx="46"/>
          </p:nvPr>
        </p:nvSpPr>
        <p:spPr>
          <a:xfrm>
            <a:off x="7678800" y="5883120"/>
            <a:ext cx="2742840" cy="364680"/>
          </a:xfrm>
          <a:prstGeom prst="rect">
            <a:avLst/>
          </a:prstGeom>
          <a:noFill/>
          <a:ln w="0">
            <a:noFill/>
          </a:ln>
        </p:spPr>
        <p:txBody>
          <a:bodyPr lIns="91440" tIns="45720" rIns="91440" bIns="45720" anchor="ctr">
            <a:noAutofit/>
          </a:bodyPr>
          <a:lstStyle>
            <a:lvl1pPr indent="0" algn="r" defTabSz="457200">
              <a:lnSpc>
                <a:spcPct val="100000"/>
              </a:lnSpc>
              <a:buNone/>
              <a:defRPr lang="en-IN" sz="1000" b="0" u="none" strike="noStrike">
                <a:solidFill>
                  <a:schemeClr val="lt1">
                    <a:lumMod val="95000"/>
                  </a:schemeClr>
                </a:solidFill>
                <a:effectLst/>
                <a:uFillTx/>
                <a:latin typeface="Calisto MT"/>
              </a:defRPr>
            </a:lvl1pPr>
          </a:lstStyle>
          <a:p>
            <a:pPr indent="0" algn="r" defTabSz="457200">
              <a:lnSpc>
                <a:spcPct val="100000"/>
              </a:lnSpc>
              <a:buNone/>
            </a:pPr>
            <a:r>
              <a:rPr lang="en-IN" sz="1000" b="0" u="none" strike="noStrike">
                <a:solidFill>
                  <a:schemeClr val="lt1">
                    <a:lumMod val="95000"/>
                  </a:schemeClr>
                </a:solidFill>
                <a:effectLst/>
                <a:uFillTx/>
                <a:latin typeface="Calisto MT"/>
              </a:rPr>
              <a:t>&lt;date/time&gt;</a:t>
            </a:r>
            <a:endParaRPr lang="en-US" sz="1000" b="0" u="none" strike="noStrike">
              <a:solidFill>
                <a:srgbClr val="FFFFFF"/>
              </a:solidFill>
              <a:effectLst/>
              <a:uFillTx/>
              <a:latin typeface="Times New Roman"/>
            </a:endParaRPr>
          </a:p>
        </p:txBody>
      </p:sp>
      <p:sp>
        <p:nvSpPr>
          <p:cNvPr id="105" name="PlaceHolder 5"/>
          <p:cNvSpPr>
            <a:spLocks noGrp="1"/>
          </p:cNvSpPr>
          <p:nvPr>
            <p:ph type="ftr" idx="47"/>
          </p:nvPr>
        </p:nvSpPr>
        <p:spPr>
          <a:xfrm>
            <a:off x="913680" y="5883120"/>
            <a:ext cx="667260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FFFFFF"/>
                </a:solidFill>
                <a:effectLst/>
                <a:uFillTx/>
                <a:latin typeface="Times New Roman"/>
              </a:defRPr>
            </a:lvl1pPr>
          </a:lstStyle>
          <a:p>
            <a:pPr indent="0" algn="ctr">
              <a:buNone/>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106" name="PlaceHolder 6"/>
          <p:cNvSpPr>
            <a:spLocks noGrp="1"/>
          </p:cNvSpPr>
          <p:nvPr>
            <p:ph type="sldNum" idx="48"/>
          </p:nvPr>
        </p:nvSpPr>
        <p:spPr>
          <a:xfrm>
            <a:off x="10514160" y="5883120"/>
            <a:ext cx="753120" cy="364680"/>
          </a:xfrm>
          <a:prstGeom prst="rect">
            <a:avLst/>
          </a:prstGeom>
          <a:noFill/>
          <a:ln w="0">
            <a:noFill/>
          </a:ln>
        </p:spPr>
        <p:txBody>
          <a:bodyPr lIns="91440" tIns="45720" rIns="91440" bIns="45720" anchor="ctr">
            <a:noAutofit/>
          </a:bodyPr>
          <a:lstStyle>
            <a:lvl1pPr indent="0" algn="r" defTabSz="457200">
              <a:lnSpc>
                <a:spcPct val="100000"/>
              </a:lnSpc>
              <a:buNone/>
              <a:defRPr lang="en-IN" sz="1000" b="0" u="none" strike="noStrike">
                <a:solidFill>
                  <a:schemeClr val="lt1">
                    <a:lumMod val="95000"/>
                  </a:schemeClr>
                </a:solidFill>
                <a:effectLst/>
                <a:uFillTx/>
                <a:latin typeface="Calisto MT"/>
              </a:defRPr>
            </a:lvl1pPr>
          </a:lstStyle>
          <a:p>
            <a:pPr indent="0" algn="r" defTabSz="457200">
              <a:lnSpc>
                <a:spcPct val="100000"/>
              </a:lnSpc>
              <a:buNone/>
            </a:pPr>
            <a:fld id="{517FBE41-D8F9-4CE8-82AF-41B03FA62ADA}" type="slidenum">
              <a:rPr lang="en-IN" sz="1000" b="0" u="none" strike="noStrike">
                <a:solidFill>
                  <a:schemeClr val="lt1">
                    <a:lumMod val="95000"/>
                  </a:schemeClr>
                </a:solidFill>
                <a:effectLst/>
                <a:uFillTx/>
                <a:latin typeface="Calisto MT"/>
              </a:rPr>
              <a:t>&lt;number&gt;</a:t>
            </a:fld>
            <a:endParaRPr lang="en-US" sz="1000" b="0" u="none" strike="noStrike">
              <a:solidFill>
                <a:srgbClr val="FFFFFF"/>
              </a:solidFill>
              <a:effectLst/>
              <a:uFillTx/>
              <a:latin typeface="Times New Roman"/>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blipFill rotWithShape="0">
          <a:blip r:embed="rId2"/>
          <a:stretch/>
        </a:blipFill>
      </p:bgPr>
    </p:bg>
    <p:spTree>
      <p:nvGrpSpPr>
        <p:cNvPr id="1" name=""/>
        <p:cNvGrpSpPr/>
        <p:nvPr/>
      </p:nvGrpSpPr>
      <p:grpSpPr>
        <a:xfrm>
          <a:off x="0" y="0"/>
          <a:ext cx="0" cy="0"/>
          <a:chOff x="0" y="0"/>
          <a:chExt cx="0" cy="0"/>
        </a:xfrm>
      </p:grpSpPr>
      <p:pic>
        <p:nvPicPr>
          <p:cNvPr id="107" name="Picture 21" descr="Slate-V2-HD-vertPhotoInset.png"/>
          <p:cNvPicPr/>
          <p:nvPr/>
        </p:nvPicPr>
        <p:blipFill>
          <a:blip r:embed="rId3"/>
          <a:stretch/>
        </p:blipFill>
        <p:spPr>
          <a:xfrm>
            <a:off x="7293600" y="609480"/>
            <a:ext cx="3583800" cy="5204520"/>
          </a:xfrm>
          <a:prstGeom prst="rect">
            <a:avLst/>
          </a:prstGeom>
          <a:noFill/>
          <a:ln w="0">
            <a:noFill/>
          </a:ln>
        </p:spPr>
      </p:pic>
      <p:sp>
        <p:nvSpPr>
          <p:cNvPr id="108" name="PlaceHolder 1"/>
          <p:cNvSpPr>
            <a:spLocks noGrp="1"/>
          </p:cNvSpPr>
          <p:nvPr>
            <p:ph type="title"/>
          </p:nvPr>
        </p:nvSpPr>
        <p:spPr>
          <a:xfrm>
            <a:off x="913680" y="609840"/>
            <a:ext cx="5934600" cy="1828800"/>
          </a:xfrm>
          <a:prstGeom prst="rect">
            <a:avLst/>
          </a:prstGeom>
          <a:noFill/>
          <a:ln w="0">
            <a:noFill/>
          </a:ln>
          <a:effectLst>
            <a:outerShdw dist="0" dir="0" blurRad="25560" rotWithShape="0">
              <a:srgbClr val="000000">
                <a:alpha val="46000"/>
              </a:srgbClr>
            </a:outerShdw>
          </a:effectLst>
        </p:spPr>
        <p:txBody>
          <a:bodyPr lIns="91440" tIns="45720" rIns="91440" bIns="45720" anchor="b">
            <a:noAutofit/>
          </a:bodyPr>
          <a:lstStyle>
            <a:lvl1pPr indent="0" algn="ctr" defTabSz="457200">
              <a:lnSpc>
                <a:spcPct val="100000"/>
              </a:lnSpc>
              <a:buNone/>
              <a:defRPr lang="en-US" sz="3200" b="0" u="none" strike="noStrike">
                <a:solidFill>
                  <a:schemeClr val="lt2"/>
                </a:solidFill>
                <a:effectLst/>
                <a:uFillTx/>
                <a:latin typeface="Calisto MT"/>
              </a:defRPr>
            </a:lvl1pPr>
          </a:lstStyle>
          <a:p>
            <a:pPr indent="0" algn="ctr" defTabSz="457200">
              <a:lnSpc>
                <a:spcPct val="100000"/>
              </a:lnSpc>
              <a:buNone/>
            </a:pPr>
            <a:r>
              <a:rPr lang="en-US" sz="3200" b="0" u="none" strike="noStrike">
                <a:solidFill>
                  <a:schemeClr val="lt2"/>
                </a:solidFill>
                <a:effectLst/>
                <a:uFillTx/>
                <a:latin typeface="Calisto MT"/>
              </a:rPr>
              <a:t>Click to edit Master title style</a:t>
            </a:r>
            <a:endParaRPr lang="en-US" sz="3200" b="0" u="none" strike="noStrike">
              <a:solidFill>
                <a:schemeClr val="lt2"/>
              </a:solidFill>
              <a:effectLst/>
              <a:uFillTx/>
              <a:latin typeface="Calisto MT"/>
            </a:endParaRPr>
          </a:p>
        </p:txBody>
      </p:sp>
      <p:sp>
        <p:nvSpPr>
          <p:cNvPr id="109" name="PlaceHolder 2"/>
          <p:cNvSpPr>
            <a:spLocks noGrp="1"/>
          </p:cNvSpPr>
          <p:nvPr>
            <p:ph type="body"/>
          </p:nvPr>
        </p:nvSpPr>
        <p:spPr>
          <a:xfrm>
            <a:off x="7442640" y="763560"/>
            <a:ext cx="3275280" cy="4912560"/>
          </a:xfrm>
          <a:prstGeom prst="rect">
            <a:avLst/>
          </a:prstGeom>
          <a:noFill/>
          <a:ln w="0">
            <a:noFill/>
          </a:ln>
          <a:effectLst>
            <a:outerShdw dist="25417" dir="4463340" blurRad="38160" rotWithShape="0">
              <a:srgbClr val="000000">
                <a:alpha val="36000"/>
              </a:srgbClr>
            </a:outerShdw>
          </a:effectLst>
        </p:spPr>
        <p:txBody>
          <a:bodyPr lIns="90000" tIns="45000" rIns="90000" bIns="45000" anchor="t">
            <a:normAutofit/>
          </a:bodyPr>
          <a:lstStyle>
            <a:lvl1pPr indent="0" algn="ctr" defTabSz="457200">
              <a:lnSpc>
                <a:spcPct val="100000"/>
              </a:lnSpc>
              <a:buNone/>
              <a:tabLst>
                <a:tab pos="0" algn="l"/>
              </a:tabLst>
              <a:defRPr lang="en-US" sz="1600" b="0" u="none" strike="noStrike">
                <a:solidFill>
                  <a:schemeClr val="lt1"/>
                </a:solidFill>
                <a:effectLst/>
                <a:uFillTx/>
                <a:latin typeface="Calisto MT"/>
              </a:defRPr>
            </a:lvl1pPr>
          </a:lstStyle>
          <a:p>
            <a:pPr indent="0" algn="ctr" defTabSz="457200">
              <a:lnSpc>
                <a:spcPct val="100000"/>
              </a:lnSpc>
              <a:buNone/>
              <a:tabLst>
                <a:tab pos="0" algn="l"/>
              </a:tabLst>
            </a:pPr>
            <a:r>
              <a:rPr lang="en-US" sz="1600" b="0" u="none" strike="noStrike">
                <a:solidFill>
                  <a:schemeClr val="lt1"/>
                </a:solidFill>
                <a:effectLst/>
                <a:uFillTx/>
                <a:latin typeface="Calisto MT"/>
              </a:rPr>
              <a:t>Click icon to add picture</a:t>
            </a:r>
            <a:endParaRPr lang="en-US" sz="1600" b="0" u="none" strike="noStrike">
              <a:solidFill>
                <a:schemeClr val="lt2"/>
              </a:solidFill>
              <a:effectLst/>
              <a:uFillTx/>
              <a:latin typeface="Calisto MT"/>
            </a:endParaRPr>
          </a:p>
        </p:txBody>
      </p:sp>
      <p:sp>
        <p:nvSpPr>
          <p:cNvPr id="110" name="PlaceHolder 3"/>
          <p:cNvSpPr>
            <a:spLocks noGrp="1"/>
          </p:cNvSpPr>
          <p:nvPr>
            <p:ph type="body"/>
          </p:nvPr>
        </p:nvSpPr>
        <p:spPr>
          <a:xfrm>
            <a:off x="913680" y="2439360"/>
            <a:ext cx="5934600" cy="3375720"/>
          </a:xfrm>
          <a:prstGeom prst="rect">
            <a:avLst/>
          </a:prstGeom>
          <a:noFill/>
          <a:ln w="0">
            <a:noFill/>
          </a:ln>
          <a:effectLst>
            <a:outerShdw dist="0" dir="0" blurRad="25560" rotWithShape="0">
              <a:srgbClr val="000000">
                <a:alpha val="46000"/>
              </a:srgbClr>
            </a:outerShdw>
          </a:effectLst>
        </p:spPr>
        <p:txBody>
          <a:bodyPr lIns="91440" tIns="45720" rIns="91440" bIns="45720" anchor="t">
            <a:normAutofit/>
          </a:bodyPr>
          <a:lstStyle>
            <a:lvl1pPr indent="0" algn="ctr" defTabSz="457200">
              <a:lnSpc>
                <a:spcPct val="100000"/>
              </a:lnSpc>
              <a:spcBef>
                <a:spcPts val="320"/>
              </a:spcBef>
              <a:spcAft>
                <a:spcPts val="601"/>
              </a:spcAft>
              <a:buNone/>
              <a:tabLst>
                <a:tab pos="0" algn="l"/>
              </a:tabLst>
              <a:defRPr lang="en-US" sz="1600" b="0" u="none" strike="noStrike">
                <a:solidFill>
                  <a:schemeClr val="lt2"/>
                </a:solidFill>
                <a:effectLst/>
                <a:uFillTx/>
                <a:latin typeface="Calisto MT"/>
              </a:defRPr>
            </a:lvl1pPr>
          </a:lstStyle>
          <a:p>
            <a:pPr indent="0" algn="ctr" defTabSz="457200">
              <a:lnSpc>
                <a:spcPct val="100000"/>
              </a:lnSpc>
              <a:spcBef>
                <a:spcPts val="320"/>
              </a:spcBef>
              <a:spcAft>
                <a:spcPts val="601"/>
              </a:spcAft>
              <a:buNone/>
              <a:tabLst>
                <a:tab pos="0" algn="l"/>
              </a:tabLst>
            </a:pPr>
            <a:r>
              <a:rPr lang="en-US" sz="1600" b="0" u="none" strike="noStrike">
                <a:solidFill>
                  <a:schemeClr val="lt2"/>
                </a:solidFill>
                <a:effectLst/>
                <a:uFillTx/>
                <a:latin typeface="Calisto MT"/>
              </a:rPr>
              <a:t>Edit Master text styles</a:t>
            </a:r>
            <a:endParaRPr lang="en-US" sz="1600" b="0" u="none" strike="noStrike">
              <a:solidFill>
                <a:schemeClr val="lt2"/>
              </a:solidFill>
              <a:effectLst/>
              <a:uFillTx/>
              <a:latin typeface="Calisto MT"/>
            </a:endParaRPr>
          </a:p>
        </p:txBody>
      </p:sp>
      <p:sp>
        <p:nvSpPr>
          <p:cNvPr id="111" name="PlaceHolder 4"/>
          <p:cNvSpPr>
            <a:spLocks noGrp="1"/>
          </p:cNvSpPr>
          <p:nvPr>
            <p:ph type="dt" idx="49"/>
          </p:nvPr>
        </p:nvSpPr>
        <p:spPr>
          <a:xfrm>
            <a:off x="7678800" y="5883120"/>
            <a:ext cx="2742840" cy="364680"/>
          </a:xfrm>
          <a:prstGeom prst="rect">
            <a:avLst/>
          </a:prstGeom>
          <a:noFill/>
          <a:ln w="0">
            <a:noFill/>
          </a:ln>
        </p:spPr>
        <p:txBody>
          <a:bodyPr lIns="91440" tIns="45720" rIns="91440" bIns="45720" anchor="ctr">
            <a:noAutofit/>
          </a:bodyPr>
          <a:lstStyle>
            <a:lvl1pPr indent="0" algn="r" defTabSz="457200">
              <a:lnSpc>
                <a:spcPct val="100000"/>
              </a:lnSpc>
              <a:buNone/>
              <a:defRPr lang="en-IN" sz="1000" b="0" u="none" strike="noStrike">
                <a:solidFill>
                  <a:schemeClr val="lt1">
                    <a:lumMod val="95000"/>
                  </a:schemeClr>
                </a:solidFill>
                <a:effectLst/>
                <a:uFillTx/>
                <a:latin typeface="Calisto MT"/>
              </a:defRPr>
            </a:lvl1pPr>
          </a:lstStyle>
          <a:p>
            <a:pPr indent="0" algn="r" defTabSz="457200">
              <a:lnSpc>
                <a:spcPct val="100000"/>
              </a:lnSpc>
              <a:buNone/>
            </a:pPr>
            <a:r>
              <a:rPr lang="en-IN" sz="1000" b="0" u="none" strike="noStrike">
                <a:solidFill>
                  <a:schemeClr val="lt1">
                    <a:lumMod val="95000"/>
                  </a:schemeClr>
                </a:solidFill>
                <a:effectLst/>
                <a:uFillTx/>
                <a:latin typeface="Calisto MT"/>
              </a:rPr>
              <a:t>&lt;date/time&gt;</a:t>
            </a:r>
            <a:endParaRPr lang="en-US" sz="1000" b="0" u="none" strike="noStrike">
              <a:solidFill>
                <a:srgbClr val="FFFFFF"/>
              </a:solidFill>
              <a:effectLst/>
              <a:uFillTx/>
              <a:latin typeface="Times New Roman"/>
            </a:endParaRPr>
          </a:p>
        </p:txBody>
      </p:sp>
      <p:sp>
        <p:nvSpPr>
          <p:cNvPr id="112" name="PlaceHolder 5"/>
          <p:cNvSpPr>
            <a:spLocks noGrp="1"/>
          </p:cNvSpPr>
          <p:nvPr>
            <p:ph type="ftr" idx="50"/>
          </p:nvPr>
        </p:nvSpPr>
        <p:spPr>
          <a:xfrm>
            <a:off x="913680" y="5883120"/>
            <a:ext cx="667260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FFFFFF"/>
                </a:solidFill>
                <a:effectLst/>
                <a:uFillTx/>
                <a:latin typeface="Times New Roman"/>
              </a:defRPr>
            </a:lvl1pPr>
          </a:lstStyle>
          <a:p>
            <a:pPr indent="0" algn="ctr">
              <a:buNone/>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113" name="PlaceHolder 6"/>
          <p:cNvSpPr>
            <a:spLocks noGrp="1"/>
          </p:cNvSpPr>
          <p:nvPr>
            <p:ph type="sldNum" idx="51"/>
          </p:nvPr>
        </p:nvSpPr>
        <p:spPr>
          <a:xfrm>
            <a:off x="10514160" y="5883120"/>
            <a:ext cx="753120" cy="364680"/>
          </a:xfrm>
          <a:prstGeom prst="rect">
            <a:avLst/>
          </a:prstGeom>
          <a:noFill/>
          <a:ln w="0">
            <a:noFill/>
          </a:ln>
        </p:spPr>
        <p:txBody>
          <a:bodyPr lIns="91440" tIns="45720" rIns="91440" bIns="45720" anchor="ctr">
            <a:noAutofit/>
          </a:bodyPr>
          <a:lstStyle>
            <a:lvl1pPr indent="0" algn="r" defTabSz="457200">
              <a:lnSpc>
                <a:spcPct val="100000"/>
              </a:lnSpc>
              <a:buNone/>
              <a:defRPr lang="en-IN" sz="1000" b="0" u="none" strike="noStrike">
                <a:solidFill>
                  <a:schemeClr val="lt1">
                    <a:lumMod val="95000"/>
                  </a:schemeClr>
                </a:solidFill>
                <a:effectLst/>
                <a:uFillTx/>
                <a:latin typeface="Calisto MT"/>
              </a:defRPr>
            </a:lvl1pPr>
          </a:lstStyle>
          <a:p>
            <a:pPr indent="0" algn="r" defTabSz="457200">
              <a:lnSpc>
                <a:spcPct val="100000"/>
              </a:lnSpc>
              <a:buNone/>
            </a:pPr>
            <a:fld id="{11D7FD7C-F24A-4D8B-BD6A-34AEF2259D6C}" type="slidenum">
              <a:rPr lang="en-IN" sz="1000" b="0" u="none" strike="noStrike">
                <a:solidFill>
                  <a:schemeClr val="lt1">
                    <a:lumMod val="95000"/>
                  </a:schemeClr>
                </a:solidFill>
                <a:effectLst/>
                <a:uFillTx/>
                <a:latin typeface="Calisto MT"/>
              </a:rPr>
              <a:t>&lt;number&gt;</a:t>
            </a:fld>
            <a:endParaRPr lang="en-US" sz="1000" b="0" u="none" strike="noStrike">
              <a:solidFill>
                <a:srgbClr val="FFFFFF"/>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dk1" tx1="lt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2.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14.xml"/>
</Relationships>
</file>

<file path=ppt/slides/_rels/slide3.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14.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7.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4.xml"/>
</Relationships>
</file>

<file path=ppt/slides/_rels/slide8.xml.rels><?xml version="1.0" encoding="UTF-8"?>
<Relationships xmlns="http://schemas.openxmlformats.org/package/2006/relationships"><Relationship Id="rId1" Type="http://schemas.openxmlformats.org/officeDocument/2006/relationships/image" Target="../media/image10.jpeg"/><Relationship Id="rId2" Type="http://schemas.openxmlformats.org/officeDocument/2006/relationships/slideLayout" Target="../slideLayouts/slideLayout14.xml"/>
</Relationships>
</file>

<file path=ppt/slides/_rels/slide9.xml.rels><?xml version="1.0" encoding="UTF-8"?>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jpeg"/><Relationship Id="rId3" Type="http://schemas.openxmlformats.org/officeDocument/2006/relationships/slideLayout" Target="../slideLayouts/slideLayout14.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11.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slideLayout" Target="../slideLayouts/slideLayout14.xml"/>
</Relationships>
</file>

<file path=ppt/slides/_rels/slide12.xml.rels><?xml version="1.0" encoding="UTF-8"?>
<Relationships xmlns="http://schemas.openxmlformats.org/package/2006/relationships"><Relationship Id="rId1" Type="http://schemas.openxmlformats.org/officeDocument/2006/relationships/image" Target="../media/image14.jpeg"/><Relationship Id="rId2" Type="http://schemas.openxmlformats.org/officeDocument/2006/relationships/slideLayout" Target="../slideLayouts/slideLayout14.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type="title"/>
          </p:nvPr>
        </p:nvSpPr>
        <p:spPr>
          <a:xfrm>
            <a:off x="785880" y="900720"/>
            <a:ext cx="10515240" cy="1325160"/>
          </a:xfrm>
          <a:prstGeom prst="rect">
            <a:avLst/>
          </a:prstGeom>
          <a:noFill/>
          <a:ln w="0">
            <a:noFill/>
          </a:ln>
          <a:effectLst>
            <a:outerShdw dist="0" dir="0" blurRad="25560" rotWithShape="0">
              <a:srgbClr val="000000">
                <a:alpha val="46000"/>
              </a:srgbClr>
            </a:outerShdw>
          </a:effectLst>
        </p:spPr>
        <p:txBody>
          <a:bodyPr lIns="91440" tIns="45720" rIns="91440" bIns="45720" anchor="ctr">
            <a:normAutofit/>
          </a:bodyPr>
          <a:p>
            <a:pPr indent="0" algn="ctr" defTabSz="457200">
              <a:lnSpc>
                <a:spcPct val="100000"/>
              </a:lnSpc>
              <a:buNone/>
            </a:pPr>
            <a:r>
              <a:rPr lang="en-US" sz="7200" b="1" u="none" strike="noStrike">
                <a:solidFill>
                  <a:srgbClr val="FFC000"/>
                </a:solidFill>
                <a:effectLst/>
                <a:uFillTx/>
                <a:latin typeface="Microsoft JhengHei Light"/>
                <a:ea typeface="Microsoft JhengHei Light"/>
              </a:rPr>
              <a:t>ECG Using ESP32 Sensor</a:t>
            </a:r>
            <a:endParaRPr lang="en-US" sz="7200" b="0" u="none" strike="noStrike">
              <a:solidFill>
                <a:schemeClr val="lt2"/>
              </a:solidFill>
              <a:effectLst/>
              <a:uFillTx/>
              <a:latin typeface="Calisto MT"/>
            </a:endParaRPr>
          </a:p>
        </p:txBody>
      </p:sp>
      <p:sp>
        <p:nvSpPr>
          <p:cNvPr id="115" name="TextBox 1"/>
          <p:cNvSpPr/>
          <p:nvPr/>
        </p:nvSpPr>
        <p:spPr>
          <a:xfrm>
            <a:off x="3522600" y="2988360"/>
            <a:ext cx="8669520" cy="204084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200" b="0" u="none" strike="noStrike">
                <a:solidFill>
                  <a:srgbClr val="FFC000"/>
                </a:solidFill>
                <a:effectLst/>
                <a:uFillTx/>
                <a:latin typeface="Calisto MT"/>
              </a:rPr>
              <a:t>By:</a:t>
            </a:r>
            <a:endParaRPr lang="en-US" sz="3200" b="0" u="none" strike="noStrike">
              <a:solidFill>
                <a:srgbClr val="FFFFFF"/>
              </a:solidFill>
              <a:effectLst/>
              <a:uFillTx/>
              <a:latin typeface="Arial"/>
            </a:endParaRPr>
          </a:p>
          <a:p>
            <a:pPr defTabSz="457200">
              <a:lnSpc>
                <a:spcPct val="100000"/>
              </a:lnSpc>
            </a:pPr>
            <a:r>
              <a:rPr lang="en-US" sz="3200" b="0" u="none" strike="noStrike">
                <a:solidFill>
                  <a:srgbClr val="FFC000"/>
                </a:solidFill>
                <a:effectLst/>
                <a:uFillTx/>
                <a:latin typeface="Calisto MT"/>
              </a:rPr>
              <a:t>Harish K</a:t>
            </a:r>
            <a:br>
              <a:rPr sz="3200"/>
            </a:br>
            <a:r>
              <a:rPr lang="en-US" sz="3200" b="0" u="none" strike="noStrike">
                <a:solidFill>
                  <a:srgbClr val="FFC000"/>
                </a:solidFill>
                <a:effectLst/>
                <a:uFillTx/>
                <a:latin typeface="Calisto MT"/>
              </a:rPr>
              <a:t>ECE-’A’</a:t>
            </a:r>
            <a:br>
              <a:rPr sz="3200"/>
            </a:br>
            <a:r>
              <a:rPr lang="en-US" sz="3200" b="0" u="none" strike="noStrike">
                <a:solidFill>
                  <a:srgbClr val="FFC000"/>
                </a:solidFill>
                <a:effectLst/>
                <a:uFillTx/>
                <a:latin typeface="Calisto MT"/>
              </a:rPr>
              <a:t>SRM Institute of Science and Technology, Trichy</a:t>
            </a:r>
            <a:endParaRPr lang="en-US" sz="3200" b="0" u="none" strike="noStrike">
              <a:solidFill>
                <a:srgbClr val="FFFFFF"/>
              </a:solidFill>
              <a:effectLst/>
              <a:uFillTx/>
              <a:latin typeface="Arial"/>
            </a:endParaRPr>
          </a:p>
        </p:txBody>
      </p:sp>
    </p:spTree>
  </p:cSld>
  <mc:AlternateContent>
    <mc:Choice Requires="p14">
      <p:transition spd="slow" p14:dur="6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PlaceHolder 1"/>
          <p:cNvSpPr>
            <a:spLocks noGrp="1"/>
          </p:cNvSpPr>
          <p:nvPr>
            <p:ph type="title"/>
          </p:nvPr>
        </p:nvSpPr>
        <p:spPr>
          <a:xfrm>
            <a:off x="642240" y="3043800"/>
            <a:ext cx="8266320" cy="1912320"/>
          </a:xfrm>
          <a:prstGeom prst="rect">
            <a:avLst/>
          </a:prstGeom>
          <a:noFill/>
          <a:ln w="0">
            <a:noFill/>
          </a:ln>
          <a:effectLst>
            <a:outerShdw dist="0" dir="0" blurRad="25560" rotWithShape="0">
              <a:srgbClr val="000000">
                <a:alpha val="46000"/>
              </a:srgbClr>
            </a:outerShdw>
          </a:effectLst>
        </p:spPr>
        <p:txBody>
          <a:bodyPr lIns="91440" tIns="45720" rIns="91440" bIns="45720" anchor="ctr">
            <a:noAutofit/>
          </a:bodyPr>
          <a:p>
            <a:pPr indent="0" algn="just" defTabSz="457200">
              <a:lnSpc>
                <a:spcPct val="100000"/>
              </a:lnSpc>
              <a:buNone/>
            </a:pPr>
            <a:br>
              <a:rPr sz="3200"/>
            </a:br>
            <a:r>
              <a:rPr lang="en-US" sz="3200" b="0" u="none" strike="noStrike">
                <a:solidFill>
                  <a:schemeClr val="lt2"/>
                </a:solidFill>
                <a:effectLst/>
                <a:uFillTx/>
                <a:latin typeface="Calisto MT"/>
              </a:rPr>
              <a:t>	</a:t>
            </a:r>
            <a:r>
              <a:rPr lang="en-US" sz="3200" b="0" u="none" strike="noStrike">
                <a:solidFill>
                  <a:schemeClr val="lt2"/>
                </a:solidFill>
                <a:effectLst/>
                <a:uFillTx/>
                <a:latin typeface="Calisto MT"/>
              </a:rPr>
              <a:t>An ECG is a paper or digital recording of the </a:t>
            </a:r>
            <a:r>
              <a:rPr lang="en-US" sz="3200" b="1" u="none" strike="noStrike">
                <a:solidFill>
                  <a:schemeClr val="lt2"/>
                </a:solidFill>
                <a:effectLst/>
                <a:uFillTx/>
                <a:latin typeface="Calisto MT"/>
              </a:rPr>
              <a:t>electrical signals in the heart</a:t>
            </a:r>
            <a:r>
              <a:rPr lang="en-US" sz="3200" b="0" u="none" strike="noStrike">
                <a:solidFill>
                  <a:schemeClr val="lt2"/>
                </a:solidFill>
                <a:effectLst/>
                <a:uFillTx/>
                <a:latin typeface="Calisto MT"/>
              </a:rPr>
              <a:t>. ECG can be analyzed by studying components of the </a:t>
            </a:r>
            <a:r>
              <a:rPr lang="en-US" sz="3200" b="1" u="none" strike="noStrike">
                <a:solidFill>
                  <a:schemeClr val="lt2"/>
                </a:solidFill>
                <a:effectLst/>
                <a:uFillTx/>
                <a:latin typeface="Calisto MT"/>
              </a:rPr>
              <a:t>waveform</a:t>
            </a:r>
            <a:r>
              <a:rPr lang="en-US" sz="3200" b="0" u="none" strike="noStrike">
                <a:solidFill>
                  <a:schemeClr val="lt2"/>
                </a:solidFill>
                <a:effectLst/>
                <a:uFillTx/>
                <a:latin typeface="Calisto MT"/>
              </a:rPr>
              <a:t>. An </a:t>
            </a:r>
            <a:r>
              <a:rPr lang="en-US" sz="3200" b="1" u="none" strike="noStrike">
                <a:solidFill>
                  <a:schemeClr val="lt2"/>
                </a:solidFill>
                <a:effectLst/>
                <a:uFillTx/>
                <a:latin typeface="Calisto MT"/>
              </a:rPr>
              <a:t>electrocardiogram</a:t>
            </a:r>
            <a:r>
              <a:rPr lang="en-US" sz="3200" b="0" u="none" strike="noStrike">
                <a:solidFill>
                  <a:schemeClr val="lt2"/>
                </a:solidFill>
                <a:effectLst/>
                <a:uFillTx/>
                <a:latin typeface="Calisto MT"/>
              </a:rPr>
              <a:t> can be a useful way to find out whether your </a:t>
            </a:r>
            <a:r>
              <a:rPr lang="en-US" sz="3200" b="1" u="none" strike="noStrike">
                <a:solidFill>
                  <a:schemeClr val="lt2"/>
                </a:solidFill>
                <a:effectLst/>
                <a:uFillTx/>
                <a:latin typeface="Calisto MT"/>
              </a:rPr>
              <a:t>high blood pressure</a:t>
            </a:r>
            <a:r>
              <a:rPr lang="en-US" sz="3200" b="0" u="none" strike="noStrike">
                <a:solidFill>
                  <a:schemeClr val="lt2"/>
                </a:solidFill>
                <a:effectLst/>
                <a:uFillTx/>
                <a:latin typeface="Calisto MT"/>
              </a:rPr>
              <a:t> has caused any damage to your heart or blood vessels.</a:t>
            </a:r>
            <a:endParaRPr lang="en-US" sz="3200" b="0" u="none" strike="noStrike">
              <a:solidFill>
                <a:schemeClr val="lt2"/>
              </a:solidFill>
              <a:effectLst/>
              <a:uFillTx/>
              <a:latin typeface="Calisto MT"/>
            </a:endParaRPr>
          </a:p>
        </p:txBody>
      </p:sp>
      <p:sp>
        <p:nvSpPr>
          <p:cNvPr id="117" name="TextBox 2"/>
          <p:cNvSpPr/>
          <p:nvPr/>
        </p:nvSpPr>
        <p:spPr>
          <a:xfrm>
            <a:off x="642240" y="1005840"/>
            <a:ext cx="4925880" cy="8305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4800" b="1" u="none" strike="noStrike">
                <a:solidFill>
                  <a:srgbClr val="FFC000"/>
                </a:solidFill>
                <a:effectLst/>
                <a:uFillTx/>
                <a:latin typeface="Calisto MT"/>
              </a:rPr>
              <a:t>What is an ECG?</a:t>
            </a:r>
            <a:endParaRPr lang="en-US" sz="4800" b="0" u="none" strike="noStrike">
              <a:solidFill>
                <a:srgbClr val="FFFFFF"/>
              </a:solidFill>
              <a:effectLst/>
              <a:uFillTx/>
              <a:latin typeface="Arial"/>
            </a:endParaRPr>
          </a:p>
        </p:txBody>
      </p:sp>
      <p:pic>
        <p:nvPicPr>
          <p:cNvPr id="118" name="Picture 3"/>
          <p:cNvPicPr/>
          <p:nvPr/>
        </p:nvPicPr>
        <p:blipFill>
          <a:blip r:embed="rId1"/>
          <a:stretch/>
        </p:blipFill>
        <p:spPr>
          <a:xfrm>
            <a:off x="9222480" y="1005840"/>
            <a:ext cx="2571480" cy="2172960"/>
          </a:xfrm>
          <a:prstGeom prst="rect">
            <a:avLst/>
          </a:prstGeom>
          <a:noFill/>
          <a:ln w="0">
            <a:noFill/>
          </a:ln>
        </p:spPr>
      </p:pic>
    </p:spTree>
  </p:cSld>
  <mc:AlternateContent>
    <mc:Choice Requires="p14">
      <p:transition spd="slow" p14:dur="34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PlaceHolder 1"/>
          <p:cNvSpPr>
            <a:spLocks noGrp="1"/>
          </p:cNvSpPr>
          <p:nvPr>
            <p:ph type="title"/>
          </p:nvPr>
        </p:nvSpPr>
        <p:spPr>
          <a:xfrm>
            <a:off x="913680" y="609480"/>
            <a:ext cx="10353240" cy="970200"/>
          </a:xfrm>
          <a:prstGeom prst="rect">
            <a:avLst/>
          </a:prstGeom>
          <a:noFill/>
          <a:ln w="0">
            <a:noFill/>
          </a:ln>
          <a:effectLst>
            <a:outerShdw dist="0" dir="0" blurRad="25560" rotWithShape="0">
              <a:srgbClr val="000000">
                <a:alpha val="46000"/>
              </a:srgbClr>
            </a:outerShdw>
          </a:effectLst>
        </p:spPr>
        <p:txBody>
          <a:bodyPr lIns="91440" tIns="45720" rIns="91440" bIns="45720" anchor="ctr">
            <a:normAutofit/>
          </a:bodyPr>
          <a:p>
            <a:pPr indent="0" algn="l" defTabSz="457200">
              <a:lnSpc>
                <a:spcPct val="100000"/>
              </a:lnSpc>
              <a:buNone/>
            </a:pPr>
            <a:r>
              <a:rPr lang="en-US" sz="4000" b="1" u="none" strike="noStrike">
                <a:solidFill>
                  <a:srgbClr val="FFC000"/>
                </a:solidFill>
                <a:effectLst/>
                <a:uFillTx/>
                <a:latin typeface="Calisto MT"/>
              </a:rPr>
              <a:t>Aim Of The  Project</a:t>
            </a:r>
            <a:endParaRPr lang="en-US" sz="4000" b="0" u="none" strike="noStrike">
              <a:solidFill>
                <a:schemeClr val="lt2"/>
              </a:solidFill>
              <a:effectLst/>
              <a:uFillTx/>
              <a:latin typeface="Calisto MT"/>
            </a:endParaRPr>
          </a:p>
        </p:txBody>
      </p:sp>
      <p:pic>
        <p:nvPicPr>
          <p:cNvPr id="120" name="Picture 2"/>
          <p:cNvPicPr/>
          <p:nvPr/>
        </p:nvPicPr>
        <p:blipFill>
          <a:blip r:embed="rId1"/>
          <a:stretch/>
        </p:blipFill>
        <p:spPr>
          <a:xfrm>
            <a:off x="8330400" y="674280"/>
            <a:ext cx="3198600" cy="4112280"/>
          </a:xfrm>
          <a:prstGeom prst="rect">
            <a:avLst/>
          </a:prstGeom>
          <a:noFill/>
          <a:ln w="0">
            <a:noFill/>
          </a:ln>
        </p:spPr>
      </p:pic>
      <p:sp>
        <p:nvSpPr>
          <p:cNvPr id="121" name="TextBox 3"/>
          <p:cNvSpPr/>
          <p:nvPr/>
        </p:nvSpPr>
        <p:spPr>
          <a:xfrm>
            <a:off x="900000" y="2305080"/>
            <a:ext cx="7329240" cy="2307960"/>
          </a:xfrm>
          <a:prstGeom prst="rect">
            <a:avLst/>
          </a:prstGeom>
          <a:noFill/>
          <a:ln w="0">
            <a:noFill/>
          </a:ln>
        </p:spPr>
        <p:style>
          <a:lnRef idx="0"/>
          <a:fillRef idx="0"/>
          <a:effectRef idx="0"/>
          <a:fontRef idx="minor"/>
        </p:style>
        <p:txBody>
          <a:bodyPr lIns="90000" tIns="45000" rIns="90000" bIns="45000" anchor="t">
            <a:spAutoFit/>
          </a:bodyPr>
          <a:p>
            <a:pPr algn="just" defTabSz="457200">
              <a:lnSpc>
                <a:spcPct val="100000"/>
              </a:lnSpc>
            </a:pPr>
            <a:r>
              <a:rPr lang="en-US" sz="3600" b="0" u="none" strike="noStrike">
                <a:solidFill>
                  <a:schemeClr val="lt1"/>
                </a:solidFill>
                <a:effectLst/>
                <a:uFillTx/>
                <a:latin typeface="Calisto MT"/>
              </a:rPr>
              <a:t>	</a:t>
            </a:r>
            <a:r>
              <a:rPr lang="en-US" sz="3600" b="0" u="none" strike="noStrike">
                <a:solidFill>
                  <a:schemeClr val="lt1"/>
                </a:solidFill>
                <a:effectLst/>
                <a:uFillTx/>
                <a:latin typeface="Calisto MT"/>
              </a:rPr>
              <a:t>Our project aims to facilitate remote ECG monitoring , enabling patients to consult doctors virtually especially during pandemic induced lockdowns.</a:t>
            </a:r>
            <a:endParaRPr lang="en-US" sz="3600" b="0" u="none" strike="noStrike">
              <a:solidFill>
                <a:srgbClr val="FFFFFF"/>
              </a:solidFill>
              <a:effectLst/>
              <a:uFillTx/>
              <a:latin typeface="Arial"/>
            </a:endParaRPr>
          </a:p>
        </p:txBody>
      </p:sp>
    </p:spTree>
  </p:cSld>
  <mc:AlternateContent>
    <mc:Choice Requires="p14">
      <p:transition spd="slow" p14:dur="34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PlaceHolder 1"/>
          <p:cNvSpPr>
            <a:spLocks noGrp="1"/>
          </p:cNvSpPr>
          <p:nvPr>
            <p:ph type="title"/>
          </p:nvPr>
        </p:nvSpPr>
        <p:spPr>
          <a:xfrm>
            <a:off x="1018800" y="622800"/>
            <a:ext cx="10353240" cy="970200"/>
          </a:xfrm>
          <a:prstGeom prst="rect">
            <a:avLst/>
          </a:prstGeom>
          <a:noFill/>
          <a:ln w="0">
            <a:noFill/>
          </a:ln>
          <a:effectLst>
            <a:outerShdw dist="0" dir="0" blurRad="25560" rotWithShape="0">
              <a:srgbClr val="000000">
                <a:alpha val="46000"/>
              </a:srgbClr>
            </a:outerShdw>
          </a:effectLst>
        </p:spPr>
        <p:txBody>
          <a:bodyPr lIns="91440" tIns="45720" rIns="91440" bIns="45720" anchor="ctr">
            <a:noAutofit/>
          </a:bodyPr>
          <a:p>
            <a:pPr indent="0" algn="l" defTabSz="457200">
              <a:lnSpc>
                <a:spcPct val="100000"/>
              </a:lnSpc>
              <a:buNone/>
            </a:pPr>
            <a:r>
              <a:rPr lang="en-US" sz="4800" b="1" u="none" strike="noStrike">
                <a:solidFill>
                  <a:srgbClr val="FFC000"/>
                </a:solidFill>
                <a:effectLst/>
                <a:uFillTx/>
                <a:latin typeface="Calisto MT"/>
              </a:rPr>
              <a:t>Key Features:</a:t>
            </a:r>
            <a:endParaRPr lang="en-US" sz="4800" b="0" u="none" strike="noStrike">
              <a:solidFill>
                <a:schemeClr val="lt2"/>
              </a:solidFill>
              <a:effectLst/>
              <a:uFillTx/>
              <a:latin typeface="Calisto MT"/>
            </a:endParaRPr>
          </a:p>
        </p:txBody>
      </p:sp>
      <p:sp>
        <p:nvSpPr>
          <p:cNvPr id="123" name="TextBox 3"/>
          <p:cNvSpPr/>
          <p:nvPr/>
        </p:nvSpPr>
        <p:spPr>
          <a:xfrm>
            <a:off x="1018800" y="2691000"/>
            <a:ext cx="8254800" cy="2584800"/>
          </a:xfrm>
          <a:prstGeom prst="rect">
            <a:avLst/>
          </a:prstGeom>
          <a:noFill/>
          <a:ln w="0">
            <a:noFill/>
          </a:ln>
        </p:spPr>
        <p:style>
          <a:lnRef idx="0"/>
          <a:fillRef idx="0"/>
          <a:effectRef idx="0"/>
          <a:fontRef idx="minor"/>
        </p:style>
        <p:txBody>
          <a:bodyPr lIns="90000" tIns="45000" rIns="90000" bIns="45000" anchor="t">
            <a:spAutoFit/>
          </a:bodyPr>
          <a:p>
            <a:pPr marL="343080" indent="-343080" defTabSz="457200">
              <a:lnSpc>
                <a:spcPct val="100000"/>
              </a:lnSpc>
              <a:buClr>
                <a:srgbClr val="FFFFFF"/>
              </a:buClr>
              <a:buFont typeface="Calisto MT"/>
              <a:buAutoNum type="arabicPeriod"/>
            </a:pPr>
            <a:r>
              <a:rPr lang="en-US" sz="3600" b="0" u="none" strike="noStrike">
                <a:solidFill>
                  <a:schemeClr val="lt1"/>
                </a:solidFill>
                <a:effectLst/>
                <a:uFillTx/>
                <a:latin typeface="Calisto MT"/>
              </a:rPr>
              <a:t>IOT ECG analysis for accurate reading</a:t>
            </a:r>
            <a:endParaRPr lang="en-US" sz="3600" b="0" u="none" strike="noStrike">
              <a:solidFill>
                <a:srgbClr val="FFFFFF"/>
              </a:solidFill>
              <a:effectLst/>
              <a:uFillTx/>
              <a:latin typeface="Arial"/>
            </a:endParaRPr>
          </a:p>
          <a:p>
            <a:pPr marL="343080" indent="-343080" defTabSz="457200">
              <a:lnSpc>
                <a:spcPct val="100000"/>
              </a:lnSpc>
              <a:buClr>
                <a:srgbClr val="FFFFFF"/>
              </a:buClr>
              <a:buFont typeface="Calisto MT"/>
              <a:buAutoNum type="arabicPeriod"/>
            </a:pPr>
            <a:r>
              <a:rPr lang="en-US" sz="3600" b="0" u="none" strike="noStrike">
                <a:solidFill>
                  <a:schemeClr val="lt1"/>
                </a:solidFill>
                <a:effectLst/>
                <a:uFillTx/>
                <a:latin typeface="Calisto MT"/>
              </a:rPr>
              <a:t>Timely medical interventions through remote monitoring</a:t>
            </a:r>
            <a:endParaRPr lang="en-US" sz="3600" b="0" u="none" strike="noStrike">
              <a:solidFill>
                <a:srgbClr val="FFFFFF"/>
              </a:solidFill>
              <a:effectLst/>
              <a:uFillTx/>
              <a:latin typeface="Arial"/>
            </a:endParaRPr>
          </a:p>
          <a:p>
            <a:pPr marL="343080" indent="-343080" defTabSz="457200">
              <a:lnSpc>
                <a:spcPct val="100000"/>
              </a:lnSpc>
              <a:buClr>
                <a:srgbClr val="FFFFFF"/>
              </a:buClr>
              <a:buFont typeface="Calisto MT"/>
              <a:buAutoNum type="arabicPeriod"/>
            </a:pPr>
            <a:r>
              <a:rPr lang="en-US" sz="3600" b="0" u="none" strike="noStrike">
                <a:solidFill>
                  <a:schemeClr val="lt1"/>
                </a:solidFill>
                <a:effectLst/>
                <a:uFillTx/>
                <a:latin typeface="Calisto MT"/>
              </a:rPr>
              <a:t>ECG devices with Wi-Fi connectivity</a:t>
            </a:r>
            <a:endParaRPr lang="en-US" sz="3600" b="0" u="none" strike="noStrike">
              <a:solidFill>
                <a:srgbClr val="FFFFFF"/>
              </a:solidFill>
              <a:effectLst/>
              <a:uFillTx/>
              <a:latin typeface="Arial"/>
            </a:endParaRPr>
          </a:p>
          <a:p>
            <a:pPr defTabSz="457200">
              <a:lnSpc>
                <a:spcPct val="100000"/>
              </a:lnSpc>
            </a:pPr>
            <a:endParaRPr lang="en-US" sz="1800" b="0" u="none" strike="noStrike">
              <a:solidFill>
                <a:srgbClr val="FFFFFF"/>
              </a:solidFill>
              <a:effectLst/>
              <a:uFillTx/>
              <a:latin typeface="Arial"/>
            </a:endParaRPr>
          </a:p>
        </p:txBody>
      </p:sp>
    </p:spTree>
  </p:cSld>
  <mc:AlternateContent>
    <mc:Choice Requires="p14">
      <p:transition spd="slow" p14:dur="34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PlaceHolder 1"/>
          <p:cNvSpPr>
            <a:spLocks noGrp="1"/>
          </p:cNvSpPr>
          <p:nvPr>
            <p:ph type="title"/>
          </p:nvPr>
        </p:nvSpPr>
        <p:spPr>
          <a:xfrm>
            <a:off x="913680" y="609480"/>
            <a:ext cx="10353240" cy="970200"/>
          </a:xfrm>
          <a:prstGeom prst="rect">
            <a:avLst/>
          </a:prstGeom>
          <a:noFill/>
          <a:ln w="0">
            <a:noFill/>
          </a:ln>
          <a:effectLst>
            <a:outerShdw dist="0" dir="0" blurRad="25560" rotWithShape="0">
              <a:srgbClr val="000000">
                <a:alpha val="46000"/>
              </a:srgbClr>
            </a:outerShdw>
          </a:effectLst>
        </p:spPr>
        <p:txBody>
          <a:bodyPr lIns="91440" tIns="45720" rIns="91440" bIns="45720" anchor="ctr">
            <a:normAutofit/>
          </a:bodyPr>
          <a:p>
            <a:pPr indent="0" algn="l" defTabSz="457200">
              <a:lnSpc>
                <a:spcPct val="100000"/>
              </a:lnSpc>
              <a:buNone/>
            </a:pPr>
            <a:r>
              <a:rPr lang="en-US" sz="4000" b="1" u="none" strike="noStrike">
                <a:solidFill>
                  <a:srgbClr val="FFC000"/>
                </a:solidFill>
                <a:effectLst/>
                <a:uFillTx/>
                <a:latin typeface="Calisto MT"/>
              </a:rPr>
              <a:t>COMPONENTS Used:</a:t>
            </a:r>
            <a:endParaRPr lang="en-US" sz="4000" b="0" u="none" strike="noStrike">
              <a:solidFill>
                <a:schemeClr val="lt2"/>
              </a:solidFill>
              <a:effectLst/>
              <a:uFillTx/>
              <a:latin typeface="Calisto MT"/>
            </a:endParaRPr>
          </a:p>
        </p:txBody>
      </p:sp>
      <p:sp>
        <p:nvSpPr>
          <p:cNvPr id="125" name="TextBox 2"/>
          <p:cNvSpPr/>
          <p:nvPr/>
        </p:nvSpPr>
        <p:spPr>
          <a:xfrm>
            <a:off x="967320" y="2286000"/>
            <a:ext cx="8987040" cy="32619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endParaRPr lang="en-US" sz="1400" b="0" u="none" strike="noStrike">
              <a:solidFill>
                <a:srgbClr val="FFFFFF"/>
              </a:solidFill>
              <a:effectLst/>
              <a:uFillTx/>
              <a:latin typeface="Arial"/>
            </a:endParaRPr>
          </a:p>
          <a:p>
            <a:pPr marL="343080" indent="-343080" defTabSz="457200">
              <a:lnSpc>
                <a:spcPct val="100000"/>
              </a:lnSpc>
              <a:buClr>
                <a:srgbClr val="FFFFFF"/>
              </a:buClr>
              <a:buFont typeface="Calisto MT"/>
              <a:buAutoNum type="arabicPeriod"/>
            </a:pPr>
            <a:r>
              <a:rPr lang="en-US" sz="4800" b="0" u="none" strike="noStrike">
                <a:solidFill>
                  <a:schemeClr val="lt1"/>
                </a:solidFill>
                <a:effectLst/>
                <a:uFillTx/>
                <a:latin typeface="Calisto MT"/>
              </a:rPr>
              <a:t>ESP 32</a:t>
            </a:r>
            <a:endParaRPr lang="en-US" sz="4800" b="0" u="none" strike="noStrike">
              <a:solidFill>
                <a:srgbClr val="FFFFFF"/>
              </a:solidFill>
              <a:effectLst/>
              <a:uFillTx/>
              <a:latin typeface="Arial"/>
            </a:endParaRPr>
          </a:p>
          <a:p>
            <a:pPr marL="343080" indent="-343080" defTabSz="457200">
              <a:lnSpc>
                <a:spcPct val="100000"/>
              </a:lnSpc>
              <a:buClr>
                <a:srgbClr val="FFFFFF"/>
              </a:buClr>
              <a:buFont typeface="Calisto MT"/>
              <a:buAutoNum type="arabicPeriod"/>
            </a:pPr>
            <a:r>
              <a:rPr lang="en-US" sz="4800" b="0" u="none" strike="noStrike">
                <a:solidFill>
                  <a:schemeClr val="lt1"/>
                </a:solidFill>
                <a:effectLst/>
                <a:uFillTx/>
                <a:latin typeface="Calisto MT"/>
              </a:rPr>
              <a:t>AD8232 SENSOR</a:t>
            </a:r>
            <a:endParaRPr lang="en-US" sz="4800" b="0" u="none" strike="noStrike">
              <a:solidFill>
                <a:srgbClr val="FFFFFF"/>
              </a:solidFill>
              <a:effectLst/>
              <a:uFillTx/>
              <a:latin typeface="Arial"/>
            </a:endParaRPr>
          </a:p>
          <a:p>
            <a:pPr marL="343080" indent="-343080" defTabSz="457200">
              <a:lnSpc>
                <a:spcPct val="100000"/>
              </a:lnSpc>
              <a:buClr>
                <a:srgbClr val="FFFFFF"/>
              </a:buClr>
              <a:buFont typeface="Calisto MT"/>
              <a:buAutoNum type="arabicPeriod"/>
            </a:pPr>
            <a:r>
              <a:rPr lang="en-US" sz="4800" b="0" u="none" strike="noStrike">
                <a:solidFill>
                  <a:schemeClr val="lt1"/>
                </a:solidFill>
                <a:effectLst/>
                <a:uFillTx/>
                <a:latin typeface="Calisto MT"/>
              </a:rPr>
              <a:t>BREAD BOARD</a:t>
            </a:r>
            <a:endParaRPr lang="en-US" sz="4800" b="0" u="none" strike="noStrike">
              <a:solidFill>
                <a:srgbClr val="FFFFFF"/>
              </a:solidFill>
              <a:effectLst/>
              <a:uFillTx/>
              <a:latin typeface="Arial"/>
            </a:endParaRPr>
          </a:p>
          <a:p>
            <a:pPr marL="343080" indent="-343080" defTabSz="457200">
              <a:lnSpc>
                <a:spcPct val="100000"/>
              </a:lnSpc>
              <a:buClr>
                <a:srgbClr val="FFFFFF"/>
              </a:buClr>
              <a:buFont typeface="Calisto MT"/>
              <a:buAutoNum type="arabicPeriod"/>
            </a:pPr>
            <a:r>
              <a:rPr lang="en-US" sz="4800" b="0" u="none" strike="noStrike">
                <a:solidFill>
                  <a:schemeClr val="lt1"/>
                </a:solidFill>
                <a:effectLst/>
                <a:uFillTx/>
                <a:latin typeface="Calisto MT"/>
              </a:rPr>
              <a:t>ELECTRODES</a:t>
            </a:r>
            <a:endParaRPr lang="en-US" sz="4800" b="0" u="none" strike="noStrike">
              <a:solidFill>
                <a:srgbClr val="FFFFFF"/>
              </a:solidFill>
              <a:effectLst/>
              <a:uFillTx/>
              <a:latin typeface="Arial"/>
            </a:endParaRPr>
          </a:p>
        </p:txBody>
      </p:sp>
    </p:spTree>
  </p:cSld>
  <mc:AlternateContent>
    <mc:Choice Requires="p14">
      <p:transition spd="slow" p14:dur="34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PlaceHolder 1"/>
          <p:cNvSpPr>
            <a:spLocks noGrp="1"/>
          </p:cNvSpPr>
          <p:nvPr>
            <p:ph type="title"/>
          </p:nvPr>
        </p:nvSpPr>
        <p:spPr>
          <a:xfrm>
            <a:off x="913680" y="609480"/>
            <a:ext cx="10353240" cy="970200"/>
          </a:xfrm>
          <a:prstGeom prst="rect">
            <a:avLst/>
          </a:prstGeom>
          <a:noFill/>
          <a:ln w="0">
            <a:noFill/>
          </a:ln>
          <a:effectLst>
            <a:outerShdw dist="0" dir="0" blurRad="25560" rotWithShape="0">
              <a:srgbClr val="000000">
                <a:alpha val="46000"/>
              </a:srgbClr>
            </a:outerShdw>
          </a:effectLst>
        </p:spPr>
        <p:txBody>
          <a:bodyPr lIns="91440" tIns="45720" rIns="91440" bIns="45720" anchor="ctr">
            <a:normAutofit/>
          </a:bodyPr>
          <a:p>
            <a:pPr indent="0" algn="l" defTabSz="457200">
              <a:lnSpc>
                <a:spcPct val="100000"/>
              </a:lnSpc>
              <a:buNone/>
            </a:pPr>
            <a:r>
              <a:rPr lang="en-US" sz="4800" b="0" u="none" strike="noStrike">
                <a:solidFill>
                  <a:srgbClr val="FFC000"/>
                </a:solidFill>
                <a:effectLst/>
                <a:uFillTx/>
                <a:latin typeface="Calisto MT"/>
              </a:rPr>
              <a:t>Electrodes</a:t>
            </a:r>
            <a:r>
              <a:rPr lang="en-US" sz="4400" b="0" u="none" strike="noStrike">
                <a:solidFill>
                  <a:srgbClr val="FFC000"/>
                </a:solidFill>
                <a:effectLst/>
                <a:uFillTx/>
                <a:latin typeface="Calisto MT"/>
              </a:rPr>
              <a:t>:</a:t>
            </a:r>
            <a:endParaRPr lang="en-US" sz="4400" b="0" u="none" strike="noStrike">
              <a:solidFill>
                <a:schemeClr val="lt2"/>
              </a:solidFill>
              <a:effectLst/>
              <a:uFillTx/>
              <a:latin typeface="Calisto MT"/>
            </a:endParaRPr>
          </a:p>
        </p:txBody>
      </p:sp>
      <p:sp>
        <p:nvSpPr>
          <p:cNvPr id="127" name="TextBox 2"/>
          <p:cNvSpPr/>
          <p:nvPr/>
        </p:nvSpPr>
        <p:spPr>
          <a:xfrm>
            <a:off x="913680" y="1985400"/>
            <a:ext cx="7793640" cy="4524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600" b="0" u="none" strike="noStrike">
                <a:solidFill>
                  <a:schemeClr val="lt1"/>
                </a:solidFill>
                <a:effectLst/>
                <a:uFillTx/>
                <a:latin typeface="Calisto MT"/>
              </a:rPr>
              <a:t>Small, plastic patches (electrodes) are put on certain points on the chest and belly (abdomen). The electrodes are connected to an ECG machine by wires. The electrical activity of the heart can be measured, recorded, and printed. No electricity is sent into the body.</a:t>
            </a:r>
            <a:endParaRPr lang="en-US" sz="36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PlaceHolder 1"/>
          <p:cNvSpPr>
            <a:spLocks noGrp="1"/>
          </p:cNvSpPr>
          <p:nvPr>
            <p:ph type="title"/>
          </p:nvPr>
        </p:nvSpPr>
        <p:spPr>
          <a:xfrm>
            <a:off x="777600" y="914760"/>
            <a:ext cx="10515240" cy="1325160"/>
          </a:xfrm>
          <a:prstGeom prst="rect">
            <a:avLst/>
          </a:prstGeom>
          <a:noFill/>
          <a:ln w="0">
            <a:noFill/>
          </a:ln>
          <a:effectLst>
            <a:outerShdw dist="0" dir="0" blurRad="25560" rotWithShape="0">
              <a:srgbClr val="000000">
                <a:alpha val="46000"/>
              </a:srgbClr>
            </a:outerShdw>
          </a:effectLst>
        </p:spPr>
        <p:txBody>
          <a:bodyPr lIns="91440" tIns="45720" rIns="91440" bIns="45720" anchor="ctr">
            <a:normAutofit/>
          </a:bodyPr>
          <a:p>
            <a:pPr indent="0" algn="l" defTabSz="457200">
              <a:lnSpc>
                <a:spcPct val="100000"/>
              </a:lnSpc>
              <a:buNone/>
            </a:pPr>
            <a:r>
              <a:rPr lang="en-US" sz="4800" b="0" u="none" strike="noStrike">
                <a:solidFill>
                  <a:srgbClr val="FFC000"/>
                </a:solidFill>
                <a:effectLst/>
                <a:uFillTx/>
                <a:latin typeface="Calisto MT"/>
              </a:rPr>
              <a:t>ESP 32:</a:t>
            </a:r>
            <a:endParaRPr lang="en-US" sz="4800" b="0" u="none" strike="noStrike">
              <a:solidFill>
                <a:schemeClr val="lt2"/>
              </a:solidFill>
              <a:effectLst/>
              <a:uFillTx/>
              <a:latin typeface="Calisto MT"/>
            </a:endParaRPr>
          </a:p>
        </p:txBody>
      </p:sp>
      <p:sp>
        <p:nvSpPr>
          <p:cNvPr id="129" name="TextBox 2"/>
          <p:cNvSpPr/>
          <p:nvPr/>
        </p:nvSpPr>
        <p:spPr>
          <a:xfrm>
            <a:off x="777600" y="2240280"/>
            <a:ext cx="8148600" cy="3539160"/>
          </a:xfrm>
          <a:prstGeom prst="rect">
            <a:avLst/>
          </a:prstGeom>
          <a:noFill/>
          <a:ln w="0">
            <a:noFill/>
          </a:ln>
        </p:spPr>
        <p:style>
          <a:lnRef idx="0"/>
          <a:fillRef idx="0"/>
          <a:effectRef idx="0"/>
          <a:fontRef idx="minor"/>
        </p:style>
        <p:txBody>
          <a:bodyPr lIns="90000" tIns="45000" rIns="90000" bIns="45000" anchor="t">
            <a:spAutoFit/>
          </a:bodyPr>
          <a:p>
            <a:pPr algn="just" defTabSz="457200">
              <a:lnSpc>
                <a:spcPct val="100000"/>
              </a:lnSpc>
            </a:pPr>
            <a:r>
              <a:rPr lang="en-US" sz="3200" b="0" u="none" strike="noStrike">
                <a:solidFill>
                  <a:schemeClr val="lt1"/>
                </a:solidFill>
                <a:effectLst/>
                <a:uFillTx/>
                <a:latin typeface="Calisto MT"/>
              </a:rPr>
              <a:t>ESP32 can perform as a complete standalone system or as a slave device to a host MCU, reducing communication stack overhead on the main application processor. ESP32 can interface with other systems to provide Wi-Fi and Bluetooth functionality through its SPI / SDIO or I2C / UART interfaces.</a:t>
            </a:r>
            <a:endParaRPr lang="en-US" sz="3200" b="0" u="none" strike="noStrike">
              <a:solidFill>
                <a:srgbClr val="FFFFFF"/>
              </a:solidFill>
              <a:effectLst/>
              <a:uFillTx/>
              <a:latin typeface="Arial"/>
            </a:endParaRPr>
          </a:p>
        </p:txBody>
      </p:sp>
      <p:pic>
        <p:nvPicPr>
          <p:cNvPr id="130" name="Picture 3"/>
          <p:cNvPicPr/>
          <p:nvPr/>
        </p:nvPicPr>
        <p:blipFill>
          <a:blip r:embed="rId1"/>
          <a:stretch/>
        </p:blipFill>
        <p:spPr>
          <a:xfrm>
            <a:off x="9257760" y="1078200"/>
            <a:ext cx="2323800" cy="1961640"/>
          </a:xfrm>
          <a:prstGeom prst="rect">
            <a:avLst/>
          </a:prstGeom>
          <a:noFill/>
          <a:ln w="0">
            <a:noFill/>
          </a:ln>
          <a:scene3d>
            <a:camera prst="perspectiveFront"/>
            <a:lightRig dir="t" rig="threePt"/>
          </a:scene3d>
        </p:spPr>
      </p:pic>
    </p:spTree>
  </p:cSld>
  <mc:AlternateContent>
    <mc:Choice Requires="p14">
      <p:transition spd="slow" p14:dur="34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TextBox 2"/>
          <p:cNvSpPr/>
          <p:nvPr/>
        </p:nvSpPr>
        <p:spPr>
          <a:xfrm>
            <a:off x="1066680" y="2331720"/>
            <a:ext cx="7654320" cy="3416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600" b="0" u="none" strike="noStrike">
                <a:solidFill>
                  <a:schemeClr val="lt1"/>
                </a:solidFill>
                <a:effectLst/>
                <a:uFillTx/>
                <a:latin typeface="Calisto MT"/>
              </a:rPr>
              <a:t>The AD8232 Single Lead Heart Rate Monitor is used to measure the electrical activity of the heart. This electrical activity can be charted as an ECG or Electrocardiogram and output as an analog reading.</a:t>
            </a:r>
            <a:endParaRPr lang="en-US" sz="3600" b="0" u="none" strike="noStrike">
              <a:solidFill>
                <a:srgbClr val="FFFFFF"/>
              </a:solidFill>
              <a:effectLst/>
              <a:uFillTx/>
              <a:latin typeface="Arial"/>
            </a:endParaRPr>
          </a:p>
        </p:txBody>
      </p:sp>
      <p:pic>
        <p:nvPicPr>
          <p:cNvPr id="132" name="Picture 3"/>
          <p:cNvPicPr/>
          <p:nvPr/>
        </p:nvPicPr>
        <p:blipFill>
          <a:blip r:embed="rId1"/>
          <a:stretch/>
        </p:blipFill>
        <p:spPr>
          <a:xfrm>
            <a:off x="8493120" y="1027800"/>
            <a:ext cx="3214080" cy="2407320"/>
          </a:xfrm>
          <a:prstGeom prst="rect">
            <a:avLst/>
          </a:prstGeom>
          <a:noFill/>
          <a:ln w="0">
            <a:noFill/>
          </a:ln>
        </p:spPr>
      </p:pic>
      <p:sp>
        <p:nvSpPr>
          <p:cNvPr id="133" name="PlaceHolder 1"/>
          <p:cNvSpPr>
            <a:spLocks noGrp="1"/>
          </p:cNvSpPr>
          <p:nvPr>
            <p:ph type="title"/>
          </p:nvPr>
        </p:nvSpPr>
        <p:spPr>
          <a:xfrm>
            <a:off x="913680" y="609480"/>
            <a:ext cx="10353240" cy="970200"/>
          </a:xfrm>
          <a:prstGeom prst="rect">
            <a:avLst/>
          </a:prstGeom>
          <a:noFill/>
          <a:ln w="0">
            <a:noFill/>
          </a:ln>
          <a:effectLst>
            <a:outerShdw dist="0" dir="0" blurRad="25560" rotWithShape="0">
              <a:srgbClr val="000000">
                <a:alpha val="46000"/>
              </a:srgbClr>
            </a:outerShdw>
          </a:effectLst>
        </p:spPr>
        <p:txBody>
          <a:bodyPr lIns="91440" tIns="45720" rIns="91440" bIns="45720" anchor="ctr">
            <a:noAutofit/>
          </a:bodyPr>
          <a:p>
            <a:pPr indent="0" algn="l" defTabSz="457200">
              <a:lnSpc>
                <a:spcPct val="100000"/>
              </a:lnSpc>
              <a:buNone/>
            </a:pPr>
            <a:r>
              <a:rPr lang="en-US" sz="4800" b="0" u="none" strike="noStrike">
                <a:solidFill>
                  <a:srgbClr val="FFC000"/>
                </a:solidFill>
                <a:effectLst/>
                <a:uFillTx/>
                <a:latin typeface="Calisto MT"/>
              </a:rPr>
              <a:t>AD8232:</a:t>
            </a:r>
            <a:endParaRPr lang="en-US" sz="4800" b="0" u="none" strike="noStrike">
              <a:solidFill>
                <a:schemeClr val="lt2"/>
              </a:solidFill>
              <a:effectLst/>
              <a:uFillTx/>
              <a:latin typeface="Calisto MT"/>
            </a:endParaRPr>
          </a:p>
        </p:txBody>
      </p:sp>
    </p:spTree>
  </p:cSld>
  <mc:AlternateContent>
    <mc:Choice Requires="p14">
      <p:transition spd="slow" p14:dur="34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PlaceHolder 1"/>
          <p:cNvSpPr>
            <a:spLocks noGrp="1"/>
          </p:cNvSpPr>
          <p:nvPr>
            <p:ph type="title"/>
          </p:nvPr>
        </p:nvSpPr>
        <p:spPr>
          <a:xfrm>
            <a:off x="913680" y="609480"/>
            <a:ext cx="10353240" cy="970200"/>
          </a:xfrm>
          <a:prstGeom prst="rect">
            <a:avLst/>
          </a:prstGeom>
          <a:noFill/>
          <a:ln w="0">
            <a:noFill/>
          </a:ln>
          <a:effectLst>
            <a:outerShdw dist="0" dir="0" blurRad="25560" rotWithShape="0">
              <a:srgbClr val="000000">
                <a:alpha val="46000"/>
              </a:srgbClr>
            </a:outerShdw>
          </a:effectLst>
        </p:spPr>
        <p:txBody>
          <a:bodyPr lIns="91440" tIns="45720" rIns="91440" bIns="45720" anchor="ctr">
            <a:noAutofit/>
          </a:bodyPr>
          <a:p>
            <a:pPr indent="0" algn="l" defTabSz="457200">
              <a:lnSpc>
                <a:spcPct val="100000"/>
              </a:lnSpc>
              <a:buNone/>
            </a:pPr>
            <a:r>
              <a:rPr lang="en-US" sz="4000" b="1" u="none" strike="noStrike">
                <a:solidFill>
                  <a:srgbClr val="FFC000"/>
                </a:solidFill>
                <a:effectLst/>
                <a:uFillTx/>
                <a:latin typeface="Calisto MT"/>
              </a:rPr>
              <a:t>BREAD BOARD:</a:t>
            </a:r>
            <a:endParaRPr lang="en-US" sz="4000" b="0" u="none" strike="noStrike">
              <a:solidFill>
                <a:schemeClr val="lt2"/>
              </a:solidFill>
              <a:effectLst/>
              <a:uFillTx/>
              <a:latin typeface="Calisto MT"/>
            </a:endParaRPr>
          </a:p>
        </p:txBody>
      </p:sp>
      <p:sp>
        <p:nvSpPr>
          <p:cNvPr id="135" name="TextBox 2"/>
          <p:cNvSpPr/>
          <p:nvPr/>
        </p:nvSpPr>
        <p:spPr>
          <a:xfrm>
            <a:off x="838080" y="2325240"/>
            <a:ext cx="7158240" cy="3539160"/>
          </a:xfrm>
          <a:prstGeom prst="rect">
            <a:avLst/>
          </a:prstGeom>
          <a:noFill/>
          <a:ln w="0">
            <a:noFill/>
          </a:ln>
        </p:spPr>
        <p:style>
          <a:lnRef idx="0"/>
          <a:fillRef idx="0"/>
          <a:effectRef idx="0"/>
          <a:fontRef idx="minor"/>
        </p:style>
        <p:txBody>
          <a:bodyPr lIns="90000" tIns="45000" rIns="90000" bIns="45000" anchor="t">
            <a:spAutoFit/>
          </a:bodyPr>
          <a:p>
            <a:pPr algn="just" defTabSz="457200">
              <a:lnSpc>
                <a:spcPct val="100000"/>
              </a:lnSpc>
            </a:pPr>
            <a:r>
              <a:rPr lang="en-US" sz="3200" b="0" u="none" strike="noStrike">
                <a:solidFill>
                  <a:schemeClr val="lt1"/>
                </a:solidFill>
                <a:effectLst/>
                <a:uFillTx/>
                <a:latin typeface="Calisto MT"/>
              </a:rPr>
              <a:t>A breadboard is used for building temporary circuits. It is useful to designers because it allows components to be removed and replaced easily</a:t>
            </a:r>
            <a:r>
              <a:rPr lang="en-US" sz="2800" b="0" u="none" strike="noStrike">
                <a:solidFill>
                  <a:schemeClr val="lt1"/>
                </a:solidFill>
                <a:effectLst/>
                <a:uFillTx/>
                <a:latin typeface="Calisto MT"/>
              </a:rPr>
              <a:t>. </a:t>
            </a:r>
            <a:r>
              <a:rPr lang="en-US" sz="1800" b="0" u="none" strike="noStrike">
                <a:solidFill>
                  <a:schemeClr val="lt1"/>
                </a:solidFill>
                <a:effectLst/>
                <a:uFillTx/>
                <a:latin typeface="Calisto MT"/>
              </a:rPr>
              <a:t> </a:t>
            </a:r>
            <a:r>
              <a:rPr lang="en-US" sz="3200" b="0" u="none" strike="noStrike">
                <a:solidFill>
                  <a:schemeClr val="lt1"/>
                </a:solidFill>
                <a:effectLst/>
                <a:uFillTx/>
                <a:latin typeface="Calisto MT"/>
              </a:rPr>
              <a:t>It is useful to the person who wants to build a circuit to demonstrate its action, then to reuse the components in another circuit</a:t>
            </a:r>
            <a:endParaRPr lang="en-US" sz="3200" b="0" u="none" strike="noStrike">
              <a:solidFill>
                <a:srgbClr val="FFFFFF"/>
              </a:solidFill>
              <a:effectLst/>
              <a:uFillTx/>
              <a:latin typeface="Arial"/>
            </a:endParaRPr>
          </a:p>
        </p:txBody>
      </p:sp>
      <p:pic>
        <p:nvPicPr>
          <p:cNvPr id="136" name="Picture 4"/>
          <p:cNvPicPr/>
          <p:nvPr/>
        </p:nvPicPr>
        <p:blipFill>
          <a:blip r:embed="rId1"/>
          <a:stretch/>
        </p:blipFill>
        <p:spPr>
          <a:xfrm>
            <a:off x="8412480" y="1622160"/>
            <a:ext cx="2808000" cy="1579320"/>
          </a:xfrm>
          <a:prstGeom prst="rect">
            <a:avLst/>
          </a:prstGeom>
          <a:noFill/>
          <a:ln w="0">
            <a:noFill/>
          </a:ln>
        </p:spPr>
      </p:pic>
      <p:pic>
        <p:nvPicPr>
          <p:cNvPr id="137" name="Picture 5"/>
          <p:cNvPicPr/>
          <p:nvPr/>
        </p:nvPicPr>
        <p:blipFill>
          <a:blip r:embed="rId2"/>
          <a:stretch/>
        </p:blipFill>
        <p:spPr>
          <a:xfrm>
            <a:off x="8168760" y="3695400"/>
            <a:ext cx="3574440" cy="2391480"/>
          </a:xfrm>
          <a:prstGeom prst="rect">
            <a:avLst/>
          </a:prstGeom>
          <a:noFill/>
          <a:ln w="0">
            <a:noFill/>
          </a:ln>
        </p:spPr>
      </p:pic>
    </p:spTree>
  </p:cSld>
  <mc:AlternateContent>
    <mc:Choice Requires="p14">
      <p:transition spd="slow" p14:dur="34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PlaceHolder 1"/>
          <p:cNvSpPr>
            <a:spLocks noGrp="1"/>
          </p:cNvSpPr>
          <p:nvPr>
            <p:ph type="title"/>
          </p:nvPr>
        </p:nvSpPr>
        <p:spPr>
          <a:xfrm>
            <a:off x="590040" y="652680"/>
            <a:ext cx="10515240" cy="1110600"/>
          </a:xfrm>
          <a:prstGeom prst="rect">
            <a:avLst/>
          </a:prstGeom>
          <a:noFill/>
          <a:ln w="0">
            <a:noFill/>
          </a:ln>
          <a:effectLst>
            <a:outerShdw dist="0" dir="0" blurRad="25560" rotWithShape="0">
              <a:srgbClr val="000000">
                <a:alpha val="46000"/>
              </a:srgbClr>
            </a:outerShdw>
          </a:effectLst>
        </p:spPr>
        <p:txBody>
          <a:bodyPr lIns="91440" tIns="45720" rIns="91440" bIns="45720" anchor="ctr">
            <a:noAutofit/>
          </a:bodyPr>
          <a:p>
            <a:pPr indent="0" algn="l" defTabSz="457200">
              <a:lnSpc>
                <a:spcPct val="100000"/>
              </a:lnSpc>
              <a:buNone/>
            </a:pPr>
            <a:br>
              <a:rPr sz="3600"/>
            </a:br>
            <a:r>
              <a:rPr lang="en-US" sz="3600" b="1" u="none" strike="noStrike">
                <a:solidFill>
                  <a:srgbClr val="FFC000"/>
                </a:solidFill>
                <a:effectLst/>
                <a:uFillTx/>
                <a:latin typeface="Calisto MT"/>
              </a:rPr>
              <a:t>IOT Based ECG Monitoring with AD8232 ECG Sensor &amp; ESP32</a:t>
            </a:r>
            <a:r>
              <a:rPr lang="en-US" sz="3600" b="0" u="none" strike="noStrike">
                <a:solidFill>
                  <a:srgbClr val="FFC000"/>
                </a:solidFill>
                <a:effectLst/>
                <a:uFillTx/>
                <a:latin typeface="Calisto MT"/>
              </a:rPr>
              <a:t>:</a:t>
            </a:r>
            <a:endParaRPr lang="en-US" sz="3600" b="0" u="none" strike="noStrike">
              <a:solidFill>
                <a:schemeClr val="lt2"/>
              </a:solidFill>
              <a:effectLst/>
              <a:uFillTx/>
              <a:latin typeface="Calisto MT"/>
            </a:endParaRPr>
          </a:p>
        </p:txBody>
      </p:sp>
      <p:sp>
        <p:nvSpPr>
          <p:cNvPr id="139" name="TextBox 3"/>
          <p:cNvSpPr/>
          <p:nvPr/>
        </p:nvSpPr>
        <p:spPr>
          <a:xfrm>
            <a:off x="590040" y="1946520"/>
            <a:ext cx="11179440" cy="40316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chemeClr val="lt1"/>
                </a:solidFill>
                <a:effectLst/>
                <a:uFillTx/>
                <a:latin typeface="Calisto MT"/>
              </a:rPr>
              <a:t> </a:t>
            </a:r>
            <a:r>
              <a:rPr lang="en-US" sz="3200" b="0" u="none" strike="noStrike">
                <a:solidFill>
                  <a:schemeClr val="lt1"/>
                </a:solidFill>
                <a:effectLst/>
                <a:uFillTx/>
                <a:latin typeface="Calisto MT"/>
              </a:rPr>
              <a:t>Today I will be showing how to monitor the same ECG graph online on any IOT cloud platform. For that, we will </a:t>
            </a:r>
            <a:r>
              <a:rPr lang="en-US" sz="3200" b="1" u="none" strike="noStrike">
                <a:solidFill>
                  <a:schemeClr val="lt1"/>
                </a:solidFill>
                <a:effectLst/>
                <a:uFillTx/>
                <a:latin typeface="Calisto MT"/>
              </a:rPr>
              <a:t>interface AD8232 ECG Sensor with ESP32</a:t>
            </a:r>
            <a:r>
              <a:rPr lang="en-US" sz="3200" b="0" u="none" strike="noStrike">
                <a:solidFill>
                  <a:schemeClr val="lt1"/>
                </a:solidFill>
                <a:effectLst/>
                <a:uFillTx/>
                <a:latin typeface="Calisto MT"/>
              </a:rPr>
              <a:t>. And then we will generate an ECG signal by connecting ECG leads to chest or hand. Using UdiBots parameters like API Key or Token we will send the </a:t>
            </a:r>
            <a:r>
              <a:rPr lang="en-US" sz="3200" b="1" u="none" strike="noStrike">
                <a:solidFill>
                  <a:schemeClr val="lt1"/>
                </a:solidFill>
                <a:effectLst/>
                <a:uFillTx/>
                <a:latin typeface="Calisto MT"/>
              </a:rPr>
              <a:t>ECG graph to cloud</a:t>
            </a:r>
            <a:r>
              <a:rPr lang="en-US" sz="3200" b="0" u="none" strike="noStrike">
                <a:solidFill>
                  <a:schemeClr val="lt1"/>
                </a:solidFill>
                <a:effectLst/>
                <a:uFillTx/>
                <a:latin typeface="Calisto MT"/>
              </a:rPr>
              <a:t> using </a:t>
            </a:r>
            <a:r>
              <a:rPr lang="en-US" sz="3200" b="1" u="none" strike="noStrike">
                <a:solidFill>
                  <a:schemeClr val="lt1"/>
                </a:solidFill>
                <a:effectLst/>
                <a:uFillTx/>
                <a:latin typeface="Calisto MT"/>
              </a:rPr>
              <a:t>MQTT Broker</a:t>
            </a:r>
            <a:r>
              <a:rPr lang="en-US" sz="3200" b="0" u="none" strike="noStrike">
                <a:solidFill>
                  <a:schemeClr val="lt1"/>
                </a:solidFill>
                <a:effectLst/>
                <a:uFillTx/>
                <a:latin typeface="Calisto MT"/>
              </a:rPr>
              <a:t>. This project can also be done using </a:t>
            </a:r>
            <a:r>
              <a:rPr lang="en-US" sz="3200" b="1" u="none" strike="noStrike">
                <a:solidFill>
                  <a:schemeClr val="lt1"/>
                </a:solidFill>
                <a:effectLst/>
                <a:uFillTx/>
                <a:latin typeface="Calisto MT"/>
              </a:rPr>
              <a:t>NodeMCU ESP8266 Board</a:t>
            </a:r>
            <a:r>
              <a:rPr lang="en-US" sz="3200" b="0" u="none" strike="noStrike">
                <a:solidFill>
                  <a:schemeClr val="lt1"/>
                </a:solidFill>
                <a:effectLst/>
                <a:uFillTx/>
                <a:latin typeface="Calisto MT"/>
              </a:rPr>
              <a:t> but connections and program need to be modified</a:t>
            </a:r>
            <a:r>
              <a:rPr lang="en-US" sz="1800" b="0" u="none" strike="noStrike">
                <a:solidFill>
                  <a:schemeClr val="lt1"/>
                </a:solidFill>
                <a:effectLst/>
                <a:uFillTx/>
                <a:latin typeface="Calisto MT"/>
              </a:rPr>
              <a:t>.</a:t>
            </a:r>
            <a:endParaRPr lang="en-US" sz="1800" b="0" u="none" strike="noStrike">
              <a:solidFill>
                <a:srgbClr val="FFFFFF"/>
              </a:solidFill>
              <a:effectLst/>
              <a:uFillTx/>
              <a:latin typeface="Arial"/>
            </a:endParaRPr>
          </a:p>
        </p:txBody>
      </p:sp>
    </p:spTree>
  </p:cSld>
  <mc:AlternateContent>
    <mc:Choice Requires="p14">
      <p:transition spd="slow" p14:dur="34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PlaceHolder 1"/>
          <p:cNvSpPr>
            <a:spLocks noGrp="1"/>
          </p:cNvSpPr>
          <p:nvPr>
            <p:ph type="title"/>
          </p:nvPr>
        </p:nvSpPr>
        <p:spPr>
          <a:xfrm>
            <a:off x="629280" y="3408840"/>
            <a:ext cx="7939800" cy="966960"/>
          </a:xfrm>
          <a:prstGeom prst="rect">
            <a:avLst/>
          </a:prstGeom>
          <a:noFill/>
          <a:ln w="0">
            <a:noFill/>
          </a:ln>
          <a:effectLst>
            <a:outerShdw dist="0" dir="0" blurRad="25560" rotWithShape="0">
              <a:srgbClr val="000000">
                <a:alpha val="46000"/>
              </a:srgbClr>
            </a:outerShdw>
          </a:effectLst>
        </p:spPr>
        <p:txBody>
          <a:bodyPr lIns="91440" tIns="45720" rIns="91440" bIns="45720" anchor="ctr">
            <a:noAutofit/>
          </a:bodyPr>
          <a:p>
            <a:pPr indent="0" algn="l" defTabSz="457200">
              <a:lnSpc>
                <a:spcPct val="100000"/>
              </a:lnSpc>
              <a:buNone/>
            </a:pPr>
            <a:r>
              <a:rPr lang="en-US" sz="2400" b="1" u="none" strike="noStrike">
                <a:solidFill>
                  <a:schemeClr val="lt2"/>
                </a:solidFill>
                <a:effectLst/>
                <a:uFillTx/>
                <a:latin typeface="Calisto MT"/>
              </a:rPr>
              <a:t>AD8232 ECG Sensor with ESP32 IOT Chip</a:t>
            </a:r>
            <a:r>
              <a:rPr lang="en-US" sz="2400" b="0" u="none" strike="noStrike">
                <a:solidFill>
                  <a:schemeClr val="lt2"/>
                </a:solidFill>
                <a:effectLst/>
                <a:uFillTx/>
                <a:latin typeface="Calisto MT"/>
              </a:rPr>
              <a:t>, follow the circuit diagram above. Supply the AD8232 with 3.3V from ESP32 and connect GND to GND. The output pin of AD8232 is an analog signal and is connected to VP pin of ESP32. Similarly LO+ and L0- of AD8232 is connected to D2 &amp; D3 of ESP32.</a:t>
            </a:r>
            <a:br>
              <a:rPr sz="2400"/>
            </a:br>
            <a:r>
              <a:rPr lang="en-US" sz="2400" b="0" u="none" strike="noStrike">
                <a:solidFill>
                  <a:schemeClr val="lt2"/>
                </a:solidFill>
                <a:effectLst/>
                <a:uFillTx/>
                <a:latin typeface="Calisto MT"/>
              </a:rPr>
              <a:t>Remember, there are so many vendors who makes ESP32. All those ESP32 has different pin mapping. I have used </a:t>
            </a:r>
            <a:r>
              <a:rPr lang="en-US" sz="2400" b="1" u="none" strike="noStrike">
                <a:solidFill>
                  <a:schemeClr val="lt2"/>
                </a:solidFill>
                <a:effectLst/>
                <a:uFillTx/>
                <a:latin typeface="Calisto MT"/>
              </a:rPr>
              <a:t>ESP32 Board</a:t>
            </a:r>
            <a:r>
              <a:rPr lang="en-US" sz="2400" b="0" u="none" strike="noStrike">
                <a:solidFill>
                  <a:schemeClr val="lt2"/>
                </a:solidFill>
                <a:effectLst/>
                <a:uFillTx/>
                <a:latin typeface="Calisto MT"/>
              </a:rPr>
              <a:t>. If you are using any other board then, please take care of the ESP32 Pins while connecting to AD8232.</a:t>
            </a:r>
            <a:br>
              <a:rPr sz="3200"/>
            </a:br>
            <a:endParaRPr lang="en-US" sz="2400" b="0" u="none" strike="noStrike">
              <a:solidFill>
                <a:schemeClr val="lt2"/>
              </a:solidFill>
              <a:effectLst/>
              <a:uFillTx/>
              <a:latin typeface="Calisto MT"/>
            </a:endParaRPr>
          </a:p>
        </p:txBody>
      </p:sp>
      <p:pic>
        <p:nvPicPr>
          <p:cNvPr id="141" name="Picture 2"/>
          <p:cNvPicPr/>
          <p:nvPr/>
        </p:nvPicPr>
        <p:blipFill>
          <a:blip r:embed="rId1"/>
          <a:stretch/>
        </p:blipFill>
        <p:spPr>
          <a:xfrm>
            <a:off x="8699760" y="530280"/>
            <a:ext cx="3106440" cy="2434680"/>
          </a:xfrm>
          <a:prstGeom prst="rect">
            <a:avLst/>
          </a:prstGeom>
          <a:noFill/>
          <a:ln w="0">
            <a:noFill/>
          </a:ln>
        </p:spPr>
      </p:pic>
      <p:sp>
        <p:nvSpPr>
          <p:cNvPr id="142" name="TextBox 3"/>
          <p:cNvSpPr/>
          <p:nvPr/>
        </p:nvSpPr>
        <p:spPr>
          <a:xfrm>
            <a:off x="629280" y="530280"/>
            <a:ext cx="5470920" cy="8305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4800" b="1" u="none" strike="noStrike">
                <a:solidFill>
                  <a:srgbClr val="FFC000"/>
                </a:solidFill>
                <a:effectLst/>
                <a:uFillTx/>
                <a:latin typeface="Calisto MT"/>
              </a:rPr>
              <a:t>Circuit connections</a:t>
            </a:r>
            <a:endParaRPr lang="en-US" sz="4800" b="0" u="none" strike="noStrike">
              <a:solidFill>
                <a:srgbClr val="FFFFFF"/>
              </a:solidFill>
              <a:effectLst/>
              <a:uFillTx/>
              <a:latin typeface="Arial"/>
            </a:endParaRPr>
          </a:p>
        </p:txBody>
      </p:sp>
    </p:spTree>
  </p:cSld>
  <mc:AlternateContent>
    <mc:Choice Requires="p14">
      <p:transition spd="slow" p14:dur="34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PlaceHolder 1"/>
          <p:cNvSpPr>
            <a:spLocks noGrp="1"/>
          </p:cNvSpPr>
          <p:nvPr>
            <p:ph type="title"/>
          </p:nvPr>
        </p:nvSpPr>
        <p:spPr>
          <a:xfrm>
            <a:off x="798840" y="616320"/>
            <a:ext cx="9600840" cy="1303560"/>
          </a:xfrm>
          <a:prstGeom prst="rect">
            <a:avLst/>
          </a:prstGeom>
          <a:noFill/>
          <a:ln w="0">
            <a:noFill/>
          </a:ln>
          <a:effectLst>
            <a:outerShdw dist="0" dir="0" blurRad="25560" rotWithShape="0">
              <a:srgbClr val="000000">
                <a:alpha val="46000"/>
              </a:srgbClr>
            </a:outerShdw>
          </a:effectLst>
        </p:spPr>
        <p:txBody>
          <a:bodyPr lIns="91440" tIns="45720" rIns="91440" bIns="45720" anchor="ctr">
            <a:normAutofit lnSpcReduction="9999"/>
          </a:bodyPr>
          <a:p>
            <a:pPr indent="0" algn="l" defTabSz="457200">
              <a:lnSpc>
                <a:spcPct val="100000"/>
              </a:lnSpc>
              <a:buNone/>
            </a:pPr>
            <a:r>
              <a:rPr lang="en-US" sz="4000" b="1" u="none" strike="noStrike">
                <a:solidFill>
                  <a:srgbClr val="FFC000"/>
                </a:solidFill>
                <a:effectLst/>
                <a:uFillTx/>
                <a:latin typeface="Calisto MT"/>
              </a:rPr>
              <a:t>AD8232 ECG Sensor Placement on Body</a:t>
            </a:r>
            <a:br>
              <a:rPr sz="4000"/>
            </a:br>
            <a:endParaRPr lang="en-US" sz="4000" b="0" u="none" strike="noStrike">
              <a:solidFill>
                <a:schemeClr val="lt2"/>
              </a:solidFill>
              <a:effectLst/>
              <a:uFillTx/>
              <a:latin typeface="Calisto MT"/>
            </a:endParaRPr>
          </a:p>
        </p:txBody>
      </p:sp>
      <p:pic>
        <p:nvPicPr>
          <p:cNvPr id="144" name="Picture 2"/>
          <p:cNvPicPr/>
          <p:nvPr/>
        </p:nvPicPr>
        <p:blipFill>
          <a:blip r:embed="rId1"/>
          <a:stretch/>
        </p:blipFill>
        <p:spPr>
          <a:xfrm>
            <a:off x="8084880" y="2633760"/>
            <a:ext cx="3020760" cy="2774160"/>
          </a:xfrm>
          <a:prstGeom prst="rect">
            <a:avLst/>
          </a:prstGeom>
          <a:noFill/>
          <a:ln w="0">
            <a:noFill/>
          </a:ln>
        </p:spPr>
      </p:pic>
      <p:sp>
        <p:nvSpPr>
          <p:cNvPr id="145" name="TextBox 3"/>
          <p:cNvSpPr/>
          <p:nvPr/>
        </p:nvSpPr>
        <p:spPr>
          <a:xfrm>
            <a:off x="798840" y="1728000"/>
            <a:ext cx="6458760" cy="4585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chemeClr val="lt1"/>
                </a:solidFill>
                <a:effectLst/>
                <a:uFillTx/>
                <a:latin typeface="Calisto MT"/>
              </a:rPr>
              <a:t>It is recommended to snap the sensor pads on the leads before application to the body. The closer to the heart the pads are, the better the measurement. The cables are color coded to help identify proper placement.</a:t>
            </a:r>
            <a:endParaRPr lang="en-US" sz="2800" b="0" u="none" strike="noStrike">
              <a:solidFill>
                <a:srgbClr val="FFFFFF"/>
              </a:solidFill>
              <a:effectLst/>
              <a:uFillTx/>
              <a:latin typeface="Arial"/>
            </a:endParaRPr>
          </a:p>
          <a:p>
            <a:pPr defTabSz="457200">
              <a:lnSpc>
                <a:spcPct val="100000"/>
              </a:lnSpc>
            </a:pPr>
            <a:r>
              <a:rPr lang="en-US" sz="2800" b="0" u="none" strike="noStrike">
                <a:solidFill>
                  <a:srgbClr val="FF0000"/>
                </a:solidFill>
                <a:effectLst/>
                <a:uFillTx/>
                <a:latin typeface="Calisto MT"/>
              </a:rPr>
              <a:t>Red: RA (Right Arm)</a:t>
            </a:r>
            <a:br>
              <a:rPr sz="2800"/>
            </a:br>
            <a:r>
              <a:rPr lang="en-US" sz="2800" b="0" u="none" strike="noStrike">
                <a:solidFill>
                  <a:srgbClr val="FFC000"/>
                </a:solidFill>
                <a:effectLst/>
                <a:uFillTx/>
                <a:latin typeface="Calisto MT"/>
              </a:rPr>
              <a:t>Yellow: LA (Left Arm)</a:t>
            </a:r>
            <a:br>
              <a:rPr sz="2800"/>
            </a:br>
            <a:r>
              <a:rPr lang="en-US" sz="2800" b="0" u="none" strike="noStrike">
                <a:solidFill>
                  <a:srgbClr val="00B050"/>
                </a:solidFill>
                <a:effectLst/>
                <a:uFillTx/>
                <a:latin typeface="Calisto MT"/>
              </a:rPr>
              <a:t>Green: RL (Right Leg)</a:t>
            </a:r>
            <a:endParaRPr lang="en-US" sz="2800" b="0" u="none" strike="noStrike">
              <a:solidFill>
                <a:srgbClr val="FFFFFF"/>
              </a:solidFill>
              <a:effectLst/>
              <a:uFillTx/>
              <a:latin typeface="Arial"/>
            </a:endParaRPr>
          </a:p>
          <a:p>
            <a:pPr defTabSz="457200">
              <a:lnSpc>
                <a:spcPct val="100000"/>
              </a:lnSpc>
            </a:pPr>
            <a:br>
              <a:rPr sz="2000"/>
            </a:br>
            <a:endParaRPr lang="en-US" sz="2000" b="0" u="none" strike="noStrike">
              <a:solidFill>
                <a:srgbClr val="FFFFFF"/>
              </a:solidFill>
              <a:effectLst/>
              <a:uFillTx/>
              <a:latin typeface="Arial"/>
            </a:endParaRPr>
          </a:p>
        </p:txBody>
      </p:sp>
    </p:spTree>
  </p:cSld>
  <mc:AlternateContent>
    <mc:Choice Requires="p14">
      <p:transition spd="slow" p14:dur="34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PlaceHolder 1"/>
          <p:cNvSpPr>
            <a:spLocks noGrp="1"/>
          </p:cNvSpPr>
          <p:nvPr>
            <p:ph type="title"/>
          </p:nvPr>
        </p:nvSpPr>
        <p:spPr>
          <a:xfrm>
            <a:off x="913680" y="609480"/>
            <a:ext cx="10353240" cy="970200"/>
          </a:xfrm>
          <a:prstGeom prst="rect">
            <a:avLst/>
          </a:prstGeom>
          <a:noFill/>
          <a:ln w="0">
            <a:noFill/>
          </a:ln>
          <a:effectLst>
            <a:outerShdw dist="0" dir="0" blurRad="25560" rotWithShape="0">
              <a:srgbClr val="000000">
                <a:alpha val="46000"/>
              </a:srgbClr>
            </a:outerShdw>
          </a:effectLst>
        </p:spPr>
        <p:txBody>
          <a:bodyPr lIns="91440" tIns="45720" rIns="91440" bIns="45720" anchor="ctr">
            <a:normAutofit/>
          </a:bodyPr>
          <a:p>
            <a:pPr indent="0" algn="l" defTabSz="457200">
              <a:lnSpc>
                <a:spcPct val="100000"/>
              </a:lnSpc>
              <a:buNone/>
            </a:pPr>
            <a:r>
              <a:rPr lang="en-US" sz="4400" b="1" u="none" strike="noStrike">
                <a:solidFill>
                  <a:srgbClr val="FFC000"/>
                </a:solidFill>
                <a:effectLst/>
                <a:uFillTx/>
                <a:latin typeface="Calisto MT"/>
              </a:rPr>
              <a:t>Conclusion:</a:t>
            </a:r>
            <a:endParaRPr lang="en-US" sz="4400" b="0" u="none" strike="noStrike">
              <a:solidFill>
                <a:schemeClr val="lt2"/>
              </a:solidFill>
              <a:effectLst/>
              <a:uFillTx/>
              <a:latin typeface="Calisto MT"/>
            </a:endParaRPr>
          </a:p>
        </p:txBody>
      </p:sp>
      <p:sp>
        <p:nvSpPr>
          <p:cNvPr id="147" name="TextBox 2"/>
          <p:cNvSpPr/>
          <p:nvPr/>
        </p:nvSpPr>
        <p:spPr>
          <a:xfrm>
            <a:off x="913680" y="2390400"/>
            <a:ext cx="7691400" cy="31082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chemeClr val="lt1"/>
                </a:solidFill>
                <a:effectLst/>
                <a:uFillTx/>
                <a:latin typeface="Calisto MT"/>
              </a:rPr>
              <a:t>We hope that our project gave a clear understanding about ECG remote monitoring.</a:t>
            </a:r>
            <a:endParaRPr lang="en-US" sz="2800" b="0" u="none" strike="noStrike">
              <a:solidFill>
                <a:srgbClr val="FFFFFF"/>
              </a:solidFill>
              <a:effectLst/>
              <a:uFillTx/>
              <a:latin typeface="Arial"/>
            </a:endParaRPr>
          </a:p>
          <a:p>
            <a:pPr defTabSz="457200">
              <a:lnSpc>
                <a:spcPct val="100000"/>
              </a:lnSpc>
            </a:pPr>
            <a:r>
              <a:rPr lang="en-US" sz="2800" b="0" u="none" strike="noStrike">
                <a:solidFill>
                  <a:schemeClr val="lt1"/>
                </a:solidFill>
                <a:effectLst/>
                <a:uFillTx/>
                <a:latin typeface="Calisto MT"/>
              </a:rPr>
              <a:t>Our project throws light on the potential for improving cardiovascular care and personalized medicine will only expand, emphasizing the importance of ECG monitoring in both clinical and emergency settings</a:t>
            </a:r>
            <a:endParaRPr lang="en-US" sz="2800" b="0" u="none" strike="noStrike">
              <a:solidFill>
                <a:srgbClr val="FFFFFF"/>
              </a:solidFill>
              <a:effectLst/>
              <a:uFillTx/>
              <a:latin typeface="Arial"/>
            </a:endParaRPr>
          </a:p>
        </p:txBody>
      </p:sp>
    </p:spTree>
  </p:cSld>
  <mc:AlternateContent>
    <mc:Choice Requires="p14">
      <p:transition spd="slow" p14:dur="34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PlaceHolder 1"/>
          <p:cNvSpPr>
            <a:spLocks noGrp="1"/>
          </p:cNvSpPr>
          <p:nvPr>
            <p:ph type="title"/>
          </p:nvPr>
        </p:nvSpPr>
        <p:spPr>
          <a:xfrm>
            <a:off x="913680" y="2961000"/>
            <a:ext cx="10353240" cy="970200"/>
          </a:xfrm>
          <a:prstGeom prst="rect">
            <a:avLst/>
          </a:prstGeom>
          <a:noFill/>
          <a:ln w="0">
            <a:noFill/>
          </a:ln>
          <a:effectLst>
            <a:outerShdw dist="0" dir="0" blurRad="25560" rotWithShape="0">
              <a:srgbClr val="000000">
                <a:alpha val="46000"/>
              </a:srgbClr>
            </a:outerShdw>
          </a:effectLst>
        </p:spPr>
        <p:txBody>
          <a:bodyPr lIns="91440" tIns="45720" rIns="91440" bIns="45720" anchor="ctr">
            <a:noAutofit/>
          </a:bodyPr>
          <a:p>
            <a:pPr indent="0" algn="ctr" defTabSz="457200">
              <a:lnSpc>
                <a:spcPct val="100000"/>
              </a:lnSpc>
              <a:buNone/>
            </a:pPr>
            <a:r>
              <a:rPr lang="en-US" sz="9600" b="0" u="none" strike="noStrike">
                <a:solidFill>
                  <a:srgbClr val="FFC000"/>
                </a:solidFill>
                <a:effectLst/>
                <a:uFillTx/>
                <a:latin typeface="Calisto MT"/>
              </a:rPr>
              <a:t>THANK YOU</a:t>
            </a:r>
            <a:endParaRPr lang="en-US" sz="9600" b="0" u="none" strike="noStrike">
              <a:solidFill>
                <a:schemeClr val="lt2"/>
              </a:solidFill>
              <a:effectLst/>
              <a:uFillTx/>
              <a:latin typeface="Calisto MT"/>
            </a:endParaRPr>
          </a:p>
        </p:txBody>
      </p:sp>
    </p:spTree>
  </p:cSld>
  <mc:AlternateContent>
    <mc:Choice Requires="p14">
      <p:transition spd="slow" p14:dur="3400"/>
    </mc:Choice>
    <mc:Fallback>
      <p:transition spd="slow"/>
    </mc:Fallback>
  </mc:AlternateContent>
</p:sld>
</file>

<file path=ppt/theme/_rels/theme1.xml.rels><?xml version="1.0" encoding="UTF-8"?>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xmlns:r="http://schemas.openxmlformats.org/officeDocument/2006/relationships" name="Slate">
  <a:themeElements>
    <a:clrScheme name="Slate">
      <a:dk1>
        <a:srgbClr val="000000"/>
      </a:dk1>
      <a:lt1>
        <a:srgbClr val="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pitchFamily="0" charset="1"/>
        <a:ea typeface=""/>
        <a:cs typeface=""/>
      </a:majorFont>
      <a:minorFont>
        <a:latin typeface="Calisto MT" panose="02040603050505030304" pitchFamily="0" charset="1"/>
        <a:ea typeface=""/>
        <a:cs typeface=""/>
      </a:minorFont>
    </a:fontScheme>
    <a:fmtScheme>
      <a:fillStyleLst>
        <a:solidFill>
          <a:schemeClr val="phClr"/>
        </a:solidFill>
        <a:gradFill>
          <a:gsLst>
            <a:gs pos="0">
              <a:schemeClr val="phClr">
                <a:tint val="60000"/>
                <a:lumMod val="110000"/>
              </a:schemeClr>
            </a:gs>
            <a:gs pos="100000">
              <a:schemeClr val="phClr">
                <a:tint val="88000"/>
              </a:schemeClr>
            </a:gs>
          </a:gsLst>
          <a:lin ang="5400000" scaled="0"/>
          <a:tileRect l="0" t="0" r="0" b="0"/>
        </a:gradFill>
        <a:gradFill>
          <a:gsLst>
            <a:gs pos="0">
              <a:schemeClr val="phClr">
                <a:tint val="96000"/>
                <a:lumMod val="104000"/>
              </a:schemeClr>
            </a:gs>
            <a:gs pos="100000">
              <a:schemeClr val="phClr">
                <a:shade val="90000"/>
                <a:lumMod val="90000"/>
              </a:schemeClr>
            </a:gs>
          </a:gsLst>
          <a:lin ang="5400000" scaled="0"/>
          <a:tileRect l="0" t="0" r="0" b="0"/>
        </a:gradFill>
      </a:fillStyleLst>
      <a:lnStyleLst>
        <a:ln w="9525" cap="rnd" cmpd="sng" algn="ctr">
          <a:prstDash val="solid"/>
        </a:ln>
        <a:ln w="15875"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r:embed="rId1"/>
          <a:srcRect l="0" t="0" r="0" b="0"/>
          <a:stretch>
            <a:fillRect l="0" t="0" r="0" b="0"/>
          </a:stretch>
        </a:blipFill>
      </a:bgFillStyleLst>
    </a:fmtScheme>
  </a:themeElements>
</a:theme>
</file>

<file path=docProps/app.xml><?xml version="1.0" encoding="utf-8"?>
<Properties xmlns="http://schemas.openxmlformats.org/officeDocument/2006/extended-properties" xmlns:vt="http://schemas.openxmlformats.org/officeDocument/2006/docPropsVTypes">
  <Template>TM04033929[[fn=Slate]]</Template>
  <TotalTime>115</TotalTime>
  <Application>LibreOffice/26.2.6.3$Windows_X86_64 LibreOffice_project/8221e31b3ac356a1623c672912a3d2b492f7e3d1</Application>
  <AppVersion>15.0000</AppVersion>
  <Words>254</Words>
  <Paragraphs>39</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2024-10-24T06:02:16Z</dcterms:created>
  <dc:creator>CS LAB 3</dc:creator>
  <dc:description/>
  <dc:language>en-US</dc:language>
  <cp:lastModifiedBy/>
  <dcterms:modified xsi:type="dcterms:W3CDTF">2026-10-28T22:32:30Z</dcterms:modified>
  <cp:revision>22</cp:revision>
  <dc:subject/>
  <dc:title>ECG Using ESP32 Sensor</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14</vt:i4>
  </property>
</Properties>
</file>